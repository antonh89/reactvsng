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6.xml" ContentType="application/vnd.openxmlformats-officedocument.presentationml.slideMaster+xml"/>
  <Override PartName="/ppt/slideMasters/slideMaster33.xml" ContentType="application/vnd.openxmlformats-officedocument.presentationml.slideMaster+xml"/>
  <Override PartName="/ppt/slideMasters/slideMaster8.xml" ContentType="application/vnd.openxmlformats-officedocument.presentationml.slideMaster+xml"/>
  <Override PartName="/ppt/slideMasters/slideMaster35.xml" ContentType="application/vnd.openxmlformats-officedocument.presentationml.slideMaster+xml"/>
  <Override PartName="/ppt/slideMasters/slideMaster28.xml" ContentType="application/vnd.openxmlformats-officedocument.presentationml.slideMaster+xml"/>
  <Override PartName="/ppt/slideMasters/slideMaster54.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5.xml" ContentType="application/vnd.openxmlformats-officedocument.theme+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xml" ContentType="application/vnd.openxmlformats-officedocument.presentationml.slideLayout+xml"/>
  <Override PartName="/ppt/slideLayouts/slideLayout24.xml" ContentType="application/vnd.openxmlformats-officedocument.presentationml.slideLayout+xml"/>
  <Override PartName="/ppt/slideLayouts/slideLayout27.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54.xml" ContentType="application/vnd.openxmlformats-officedocument.presentationml.slideLayout+xml"/>
  <Override PartName="/ppt/slideLayouts/slideLayout42.xml" ContentType="application/vnd.openxmlformats-officedocument.presentationml.slideLayout+xml"/>
  <Override PartName="/ppt/slideLayouts/slideLayout14.xml" ContentType="application/vnd.openxmlformats-officedocument.presentationml.slideLayout+xml"/>
  <Override PartName="/ppt/slideLayouts/slideLayout37.xml" ContentType="application/vnd.openxmlformats-officedocument.presentationml.slideLayout+xml"/>
  <Override PartName="/ppt/slideLayouts/slideLayout35.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32.xml" ContentType="application/vnd.openxmlformats-officedocument.presentationml.slideLayout+xml"/>
  <Override PartName="/ppt/slideLayouts/slideLayout10.xml" ContentType="application/vnd.openxmlformats-officedocument.presentationml.slideLayout+xml"/>
  <Override PartName="/ppt/slideLayouts/slideLayout44.xml" ContentType="application/vnd.openxmlformats-officedocument.presentationml.slideLayout+xml"/>
  <Override PartName="/ppt/slideLayouts/slideLayout16.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29.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52.xml" ContentType="application/vnd.openxmlformats-officedocument.presentationml.slideLayout+xml"/>
  <Override PartName="/ppt/slideLayouts/slideLayout46.xml" ContentType="application/vnd.openxmlformats-officedocument.presentationml.slideLayout+xml"/>
  <Override PartName="/ppt/slideLayouts/slideLayout40.xml" ContentType="application/vnd.openxmlformats-officedocument.presentationml.slideLayout+xml"/>
  <Override PartName="/ppt/slideLayouts/slideLayout48.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23.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1.xml" ContentType="application/vnd.openxmlformats-officedocument.presentationml.slideLayout+xml"/>
  <Override PartName="/ppt/slideLayouts/slideLayout53.xml" ContentType="application/vnd.openxmlformats-officedocument.presentationml.slideLayout+xml"/>
  <Override PartName="/ppt/slideLayouts/slideLayout30.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50.xml" ContentType="application/vnd.openxmlformats-officedocument.presentationml.slideLayout+xml"/>
  <Override PartName="/ppt/slideLayouts/slideLayout20.xml" ContentType="application/vnd.openxmlformats-officedocument.presentationml.slideLayout+xml"/>
  <Override PartName="/ppt/slideLayouts/slideLayout7.xml" ContentType="application/vnd.openxmlformats-officedocument.presentationml.slideLayout+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5.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5" r:id="rId4"/>
    <p:sldMasterId id="2147483659" r:id="rId5"/>
    <p:sldMasterId id="2147483679" r:id="rId6"/>
    <p:sldMasterId id="2147483685" r:id="rId7"/>
    <p:sldMasterId id="2147483689" r:id="rId8"/>
    <p:sldMasterId id="2147483708" r:id="rId9"/>
  </p:sldMasterIdLst>
  <p:notesMasterIdLst>
    <p:notesMasterId r:id="rId10"/>
  </p:notesMasterIdLst>
  <p:sldIdLst>
    <p:sldId id="256" r:id="rId11"/>
    <p:sldId id="258" r:id="rId13"/>
    <p:sldId id="257" r:id="rId12"/>
    <p:sldId id="259" r:id="rId14"/>
    <p:sldId id="260" r:id="rId15"/>
    <p:sldId id="261" r:id="rId16"/>
    <p:sldId id="264" r:id="rId19"/>
    <p:sldId id="263" r:id="rId18"/>
    <p:sldId id="274" r:id="rId29"/>
    <p:sldId id="265" r:id="rId20"/>
    <p:sldId id="262" r:id="rId17"/>
    <p:sldId id="271" r:id="rId26"/>
    <p:sldId id="266" r:id="rId21"/>
    <p:sldId id="268" r:id="rId23"/>
    <p:sldId id="270" r:id="rId25"/>
    <p:sldId id="272" r:id="rId27"/>
    <p:sldId id="277" r:id="rIdStats22"/>
    <p:sldId id="275" r:id="rId30"/>
    <p:sldId id="276" r:id="rId31"/>
    <p:sldId id="278" r:id="rIdStats2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6.xml"/><Relationship Id="rId5" Type="http://schemas.openxmlformats.org/officeDocument/2006/relationships/slideMaster" Target="slideMasters/slideMaster8.xml"/><Relationship Id="rId6" Type="http://schemas.openxmlformats.org/officeDocument/2006/relationships/slideMaster" Target="slideMasters/slideMaster28.xml"/><Relationship Id="rId7" Type="http://schemas.openxmlformats.org/officeDocument/2006/relationships/slideMaster" Target="slideMasters/slideMaster33.xml"/><Relationship Id="rId8" Type="http://schemas.openxmlformats.org/officeDocument/2006/relationships/slideMaster" Target="slideMasters/slideMaster35.xml"/><Relationship Id="rId9" Type="http://schemas.openxmlformats.org/officeDocument/2006/relationships/slideMaster" Target="slideMasters/slideMaster54.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3" Type="http://schemas.openxmlformats.org/officeDocument/2006/relationships/slide" Target="slides/slide13.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presProps" Target="presProps.xml"/>
<Relationship Id="rIdStats22" Type="http://schemas.openxmlformats.org/officeDocument/2006/relationships/slide" Target="slides/slide22.xml"/><Relationship Id="rIdStats23"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5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fr-FR" sz="1800" b="0" u="none" strike="noStrike">
                <a:solidFill>
                  <a:schemeClr val="dk1"/>
                </a:solidFill>
                <a:effectLst/>
                <a:uFillTx/>
                <a:latin typeface="roboto Light"/>
              </a:rPr>
              <a:t>Click to move the slide</a:t>
            </a:r>
            <a:endParaRPr lang="fr-FR" sz="1800" b="0" u="none" strike="noStrike">
              <a:solidFill>
                <a:schemeClr val="dk1"/>
              </a:solidFill>
              <a:effectLst/>
              <a:uFillTx/>
              <a:latin typeface="roboto Light"/>
            </a:endParaRPr>
          </a:p>
        </p:txBody>
      </p:sp>
      <p:sp>
        <p:nvSpPr>
          <p:cNvPr id="94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4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45" name="PlaceHolder 4"/>
          <p:cNvSpPr>
            <a:spLocks noGrp="1"/>
          </p:cNvSpPr>
          <p:nvPr>
            <p:ph type="dt" idx="6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46" name="PlaceHolder 5"/>
          <p:cNvSpPr>
            <a:spLocks noGrp="1"/>
          </p:cNvSpPr>
          <p:nvPr>
            <p:ph type="ftr" idx="6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47" name="PlaceHolder 6"/>
          <p:cNvSpPr>
            <a:spLocks noGrp="1"/>
          </p:cNvSpPr>
          <p:nvPr>
            <p:ph type="sldNum" idx="6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2CE6541-2A68-4A71-AA17-61805A34D98C}"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0" name="PlaceHolder 1"/>
          <p:cNvSpPr>
            <a:spLocks noGrp="1"/>
          </p:cNvSpPr>
          <p:nvPr>
            <p:ph type="sldImg"/>
          </p:nvPr>
        </p:nvSpPr>
        <p:spPr>
          <a:xfrm>
            <a:off x="685800" y="1143000"/>
            <a:ext cx="5485680" cy="3085560"/>
          </a:xfrm>
          <a:prstGeom prst="rect">
            <a:avLst/>
          </a:prstGeom>
          <a:ln w="0">
            <a:noFill/>
          </a:ln>
        </p:spPr>
      </p:sp>
      <p:sp>
        <p:nvSpPr>
          <p:cNvPr id="12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comparer React et Angular du point de vue du dev au quotidien, puis démo de deux apps jumelles.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Objectif : comparer React et Angular du point de vue du développeur au quotidien.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Déroulé : 1) présentation rapide des deux et quelques chiffres, 2) démo de deux applications identiques, une par framework, pour comparer le code à fonctionnalités égales.</a:t>
            </a:r>
            <a:endParaRPr lang="en-US" sz="2000" b="0" u="none" strike="noStrike">
              <a:solidFill>
                <a:srgbClr val="000000"/>
              </a:solidFill>
              <a:effectLst/>
              <a:uFillTx/>
              <a:latin typeface="Arial"/>
            </a:endParaRPr>
          </a:p>
        </p:txBody>
      </p:sp>
      <p:sp>
        <p:nvSpPr>
          <p:cNvPr id="1262" name="PlaceHolder 3"/>
          <p:cNvSpPr>
            <a:spLocks noGrp="1"/>
          </p:cNvSpPr>
          <p:nvPr>
            <p:ph type="sldNum" idx="6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328105D2-6875-4A97-95F5-DE5E91A5CCC3}"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3" name="PlaceHolder 1"/>
          <p:cNvSpPr>
            <a:spLocks noGrp="1"/>
          </p:cNvSpPr>
          <p:nvPr>
            <p:ph type="sldImg"/>
          </p:nvPr>
        </p:nvSpPr>
        <p:spPr>
          <a:xfrm>
            <a:off x="685800" y="1143000"/>
            <a:ext cx="5485680" cy="3085560"/>
          </a:xfrm>
          <a:prstGeom prst="rect">
            <a:avLst/>
          </a:prstGeom>
          <a:ln w="0">
            <a:noFill/>
          </a:ln>
        </p:spPr>
      </p:sp>
      <p:sp>
        <p:nvSpPr>
          <p:cNvPr id="12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React est une bibliothèque de rendu ; routeur, HTTP, formulaires se choisissent à côté. Tout est fonction.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React n'est pas un framework complet : c'est une bibliothèque de rendu et de gestion d'état. Routeur, appels HTTP, formulaires… viennent de librairies tierces, au choix.</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Tout est fonction : rendre un composant revient à appeler une fonction, la logique se découpe en hooks.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Rythme de sortie plutôt lent sur les majeures (React 19 aujourd'hui), mais des mineures qui apportent beaucoup.</a:t>
            </a:r>
            <a:endParaRPr lang="en-US" sz="2000" b="0" u="none" strike="noStrike">
              <a:solidFill>
                <a:srgbClr val="000000"/>
              </a:solidFill>
              <a:effectLst/>
              <a:uFillTx/>
              <a:latin typeface="Arial"/>
            </a:endParaRPr>
          </a:p>
        </p:txBody>
      </p:sp>
      <p:sp>
        <p:nvSpPr>
          <p:cNvPr id="1265" name="PlaceHolder 3"/>
          <p:cNvSpPr>
            <a:spLocks noGrp="1"/>
          </p:cNvSpPr>
          <p:nvPr>
            <p:ph type="sldNum" idx="6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C7A686A3-0667-4321-AB1B-BF754ADE8346}"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6" name="PlaceHolder 1"/>
          <p:cNvSpPr>
            <a:spLocks noGrp="1"/>
          </p:cNvSpPr>
          <p:nvPr>
            <p:ph type="sldImg"/>
          </p:nvPr>
        </p:nvSpPr>
        <p:spPr>
          <a:xfrm>
            <a:off x="685800" y="1143000"/>
            <a:ext cx="5485680" cy="3085560"/>
          </a:xfrm>
          <a:prstGeom prst="rect">
            <a:avLst/>
          </a:prstGeom>
          <a:ln w="0">
            <a:noFill/>
          </a:ln>
        </p:spPr>
      </p:sp>
      <p:sp>
        <p:nvSpPr>
          <p:cNvPr id="12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Angular est un framework complet, avec une structure imposée, et il évolue vite (signals, standalone, zoneless).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Angular fournit tout d'origine : on retrouve les mêmes briques d'un projet à l'autre, et une structure imposée.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Tout est classe + décorateur, chacune avec un rôle précis : composant, directive, pipe, service, guard.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Rythme soutenu (2 majeures par an, Angular 22 aujourd'hui) et gros changements de paradigme récents : standalone, zoneless, signals. Le framework se rapproche de React sur beaucoup de points.</a:t>
            </a:r>
            <a:endParaRPr lang="en-US" sz="2000" b="0" u="none" strike="noStrike">
              <a:solidFill>
                <a:srgbClr val="000000"/>
              </a:solidFill>
              <a:effectLst/>
              <a:uFillTx/>
              <a:latin typeface="Arial"/>
            </a:endParaRPr>
          </a:p>
        </p:txBody>
      </p:sp>
      <p:sp>
        <p:nvSpPr>
          <p:cNvPr id="1268" name="PlaceHolder 3"/>
          <p:cNvSpPr>
            <a:spLocks noGrp="1"/>
          </p:cNvSpPr>
          <p:nvPr>
            <p:ph type="sldNum" idx="6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FE9392B4-33FB-480C-9040-93C625BB0B19}"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9" name="PlaceHolder 1"/>
          <p:cNvSpPr>
            <a:spLocks noGrp="1"/>
          </p:cNvSpPr>
          <p:nvPr>
            <p:ph type="sldImg"/>
          </p:nvPr>
        </p:nvSpPr>
        <p:spPr>
          <a:xfrm>
            <a:off x="685800" y="1143000"/>
            <a:ext cx="5485680" cy="3085560"/>
          </a:xfrm>
          <a:prstGeom prst="rect">
            <a:avLst/>
          </a:prstGeom>
          <a:ln w="0">
            <a:noFill/>
          </a:ln>
        </p:spPr>
      </p:sp>
      <p:sp>
        <p:nvSpPr>
          <p:cNvPr id="12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React est bien plus téléchargé, mais c'est une tendance, pas un nombre de projets.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Chiffres du 30/09/2026 : react-dom 165 M de téléchargements par semaine, @angular/core 5,7 M, soit un rapport de 29.</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Ouvrir npmtrends en direct pour montrer la courbe à jour : https://npmtrends.com/@angular/core-vs-react-vs-react-dom-vs-react-native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À nuancer : un téléchargement npm n'est pas un projet. React est tiré par Next.js, React Native, les outils IA qui génèrent du React/Tailwind/shadcn, etc. Angular reste très présent en entreprise, sur de gros projets.</a:t>
            </a:r>
            <a:endParaRPr lang="en-US" sz="2000" b="0" u="none" strike="noStrike">
              <a:solidFill>
                <a:srgbClr val="000000"/>
              </a:solidFill>
              <a:effectLst/>
              <a:uFillTx/>
              <a:latin typeface="Arial"/>
            </a:endParaRPr>
          </a:p>
        </p:txBody>
      </p:sp>
      <p:sp>
        <p:nvSpPr>
          <p:cNvPr id="1271" name="PlaceHolder 3"/>
          <p:cNvSpPr>
            <a:spLocks noGrp="1"/>
          </p:cNvSpPr>
          <p:nvPr>
            <p:ph type="sldNum" idx="6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FFAA34D1-0910-4940-80B4-2AE7A6EE8B43}"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2" name="PlaceHolder 1"/>
          <p:cNvSpPr>
            <a:spLocks noGrp="1"/>
          </p:cNvSpPr>
          <p:nvPr>
            <p:ph type="sldImg"/>
          </p:nvPr>
        </p:nvSpPr>
        <p:spPr>
          <a:xfrm>
            <a:off x="533520" y="764280"/>
            <a:ext cx="6704280" cy="3771000"/>
          </a:xfrm>
          <a:prstGeom prst="rect">
            <a:avLst/>
          </a:prstGeom>
          <a:ln w="0">
            <a:noFill/>
          </a:ln>
        </p:spPr>
      </p:sp>
      <p:sp>
        <p:nvSpPr>
          <p:cNvPr id="1273"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AVANT DE COMMENCER : lancer l'API (cd back &amp;&amp; npm start, localhost:3000), React (cd react-app &amp;&amp; npm run dev, localhost:5173) et Angular (cd angular-app &amp;&amp; npm start, localhost:4200).</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Pour chaque catégorie : montrer la page concernée dans l'app, puis les extraits de code, puis ouvrir le fichier si besoin.</a:t>
            </a:r>
            <a:endParaRPr lang="en-US" sz="2000" b="0" u="none" strike="noStrike">
              <a:solidFill>
                <a:srgbClr val="000000"/>
              </a:solidFill>
              <a:effectLst/>
              <a:uFillTx/>
              <a:latin typeface="Arial"/>
            </a:endParaRPr>
          </a:p>
        </p:txBody>
      </p:sp>
      <p:sp>
        <p:nvSpPr>
          <p:cNvPr id="1274" name="PlaceHolder 3"/>
          <p:cNvSpPr>
            <a:spLocks noGrp="1"/>
          </p:cNvSpPr>
          <p:nvPr>
            <p:ph type="sldNum" idx="69"/>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1F7F07F-B9EE-4CE6-A3CF-134B02A4A98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5" name="PlaceHolder 1"/>
          <p:cNvSpPr>
            <a:spLocks noGrp="1"/>
          </p:cNvSpPr>
          <p:nvPr>
            <p:ph type="sldImg"/>
          </p:nvPr>
        </p:nvSpPr>
        <p:spPr>
          <a:xfrm>
            <a:off x="533520" y="764280"/>
            <a:ext cx="6704280" cy="3771000"/>
          </a:xfrm>
          <a:prstGeom prst="rect">
            <a:avLst/>
          </a:prstGeom>
          <a:ln w="0">
            <a:noFill/>
          </a:ln>
        </p:spPr>
      </p:sp>
      <p:sp>
        <p:nvSpPr>
          <p:cNvPr id="1276"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lnSpc>
                <a:spcPct val="100000"/>
              </a:lnSpc>
              <a:buNone/>
            </a:pPr>
            <a:r>
              <a:rPr lang="en-US" sz="2000" b="0" u="none" strike="noStrike">
                <a:solidFill>
                  <a:srgbClr val="000000"/>
                </a:solidFill>
                <a:effectLst/>
                <a:uFillTx/>
                <a:latin typeface="Arial"/>
              </a:rPr>
              <a:t>EN BREF : première catégorie, comment chaque framework décrit l'interface.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Templates et composants : syntaxe des templates, composants réutilisables, communication parent-enfant. Pages à montrer : Accueil (cartes), Compteur (boutons), TodoList (liste et TodoItem).</a:t>
            </a:r>
            <a:endParaRPr lang="en-US" sz="2000" b="0" u="none" strike="noStrike">
              <a:solidFill>
                <a:srgbClr val="000000"/>
              </a:solidFill>
              <a:effectLst/>
              <a:uFillTx/>
              <a:latin typeface="Arial"/>
            </a:endParaRPr>
          </a:p>
        </p:txBody>
      </p:sp>
      <p:sp>
        <p:nvSpPr>
          <p:cNvPr id="1277" name="PlaceHolder 3"/>
          <p:cNvSpPr>
            <a:spLocks noGrp="1"/>
          </p:cNvSpPr>
          <p:nvPr>
            <p:ph type="sldNum" idx="70"/>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AE4D5D3-56C3-41D3-BDB8-9C275B20E11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8" name="PlaceHolder 1"/>
          <p:cNvSpPr>
            <a:spLocks noGrp="1"/>
          </p:cNvSpPr>
          <p:nvPr>
            <p:ph type="sldImg"/>
          </p:nvPr>
        </p:nvSpPr>
        <p:spPr>
          <a:xfrm>
            <a:off x="533520" y="764280"/>
            <a:ext cx="6704280" cy="3771000"/>
          </a:xfrm>
          <a:prstGeom prst="rect">
            <a:avLst/>
          </a:prstGeom>
          <a:ln w="0">
            <a:noFill/>
          </a:ln>
        </p:spPr>
      </p:sp>
      <p:sp>
        <p:nvSpPr>
          <p:cNvPr id="1279"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code quasi identique, mais React réexécute tout le composant, Angular ne met à jour que ce qui lit le signal.</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Montrer que le code est quasi identique. Différence de fond : React ré-exécute toute la fonction CounterPage, Angular ne met à jour que le texte qui lit le signal. Syntaxe : onClick / disabled en JS pur, contre (click) / [disabled] selon le sens du binding.</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CounterPage.tsx:8, counter.ts:14-26.</a:t>
            </a:r>
            <a:endParaRPr lang="en-US" sz="2000" b="0" u="none" strike="noStrike">
              <a:solidFill>
                <a:srgbClr val="000000"/>
              </a:solidFill>
              <a:effectLst/>
              <a:uFillTx/>
              <a:latin typeface="Arial"/>
            </a:endParaRPr>
          </a:p>
        </p:txBody>
      </p:sp>
      <p:sp>
        <p:nvSpPr>
          <p:cNvPr id="1280" name="PlaceHolder 3"/>
          <p:cNvSpPr>
            <a:spLocks noGrp="1"/>
          </p:cNvSpPr>
          <p:nvPr>
            <p:ph type="sldNum" idx="71"/>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93A65A6-8F38-477E-9068-6F0512710E7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1" name="PlaceHolder 1"/>
          <p:cNvSpPr>
            <a:spLocks noGrp="1"/>
          </p:cNvSpPr>
          <p:nvPr>
            <p:ph type="sldImg"/>
          </p:nvPr>
        </p:nvSpPr>
        <p:spPr>
          <a:xfrm>
            <a:off x="533520" y="764280"/>
            <a:ext cx="6704280" cy="3771000"/>
          </a:xfrm>
          <a:prstGeom prst="rect">
            <a:avLst/>
          </a:prstGeom>
          <a:ln w="0">
            <a:noFill/>
          </a:ln>
        </p:spPr>
      </p:sp>
      <p:sp>
        <p:nvSpPr>
          <p:cNvPr id="1282"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pour réutiliser un vrai &lt;button&gt;, directive côté Angular, composant + spread des props côté React.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Point important de la page. React : le composant étend les attributs HTML du bouton et fait un spread de {...rest}, le CSS Module encapsule le style.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Angular : un composant &lt;app-button&gt; ajouterait un élément hôte dans le DOM, d'où la directive sur un vrai &lt;button&gt;. Contrepartie : une directive n'a pas de styles encapsulés, le CSS part dans la feuille globale.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l'appel : Angular garde une vraie balise &lt;button&gt; avec l'attribut appButton, et les liaisons natives [disabled] / (click) ; React utilise &lt;Button&gt;, dont disabled et onClick sont de simples props, transmises au &lt;button&gt; par {...rest}.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Version simplifiée : le vrai bouton a aussi une entrée active (filtres de la TodoList) et React force type="button" par défaut.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button.ts, counter.html:14-16, Button.tsx, CounterPage.tsx:25-27.</a:t>
            </a:r>
            <a:endParaRPr lang="en-US" sz="2000" b="0" u="none" strike="noStrike">
              <a:solidFill>
                <a:srgbClr val="000000"/>
              </a:solidFill>
              <a:effectLst/>
              <a:uFillTx/>
              <a:latin typeface="Arial"/>
            </a:endParaRPr>
          </a:p>
        </p:txBody>
      </p:sp>
      <p:sp>
        <p:nvSpPr>
          <p:cNvPr id="1283" name="PlaceHolder 3"/>
          <p:cNvSpPr>
            <a:spLocks noGrp="1"/>
          </p:cNvSpPr>
          <p:nvPr>
            <p:ph type="sldNum" idx="72"/>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5083279-A25F-4211-8E8A-AB63E79CC9F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4" name="PlaceHolder 1"/>
          <p:cNvSpPr>
            <a:spLocks noGrp="1"/>
          </p:cNvSpPr>
          <p:nvPr>
            <p:ph type="sldImg"/>
          </p:nvPr>
        </p:nvSpPr>
        <p:spPr>
          <a:xfrm>
            <a:off x="533520" y="764280"/>
            <a:ext cx="6704280" cy="3771000"/>
          </a:xfrm>
          <a:prstGeom prst="rect">
            <a:avLst/>
          </a:prstGeom>
          <a:ln w="0">
            <a:noFill/>
          </a:ln>
        </p:spPr>
      </p:sp>
      <p:sp>
        <p:nvSpPr>
          <p:cNvPr id="1285"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Angular a son propre langage de template ; en React, le JSX, c'est du JavaScript.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LE PRINCIPE DU JSX : c'est du JavaScript avec une syntaxe qui ressemble à du HTML. À la compilation, chaque balise devient un simple appel de fonction : &lt;span&gt;{title}&lt;/span&gt; devient jsx("span", { children: title }), qui renvoie un objet décrivant l'élément. Conséquences : un bout de JSX est une valeur qu'on peut ranger dans une variable, passer en paramètre ou renvoyer ; les accolades {} acceptent n'importe quelle expression JavaScript ; les attributs sont des props (className, onClick) ; et il n'y a pas de directives : conditions et boucles s'écrivent en JavaScript (ternaire, &amp;&amp;, .map()).</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Deux exemples réels, pris dans la carte de l'accueil et dans la liste des tâches.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Réutiliser un bloc : en Angular on nomme un bloc avec #body puis on le rend avec ngTemplateOutlet ; en React, body est une simple constante JSX utilisée dans les deux return. ng-content correspond à children.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Conditions et listes : Angular a @if / @else if / @else et @for, qui refuse de compiler sans track. React n'a pas de else if, d'où les ternaires imbriqués ; la key n'est qu'un warning en dev si on l'oublie.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card.html, todos.html:57-75, Card.tsx:14-32, TodosPage.tsx:181-204.</a:t>
            </a:r>
            <a:endParaRPr lang="en-US" sz="2000" b="0" u="none" strike="noStrike">
              <a:solidFill>
                <a:srgbClr val="000000"/>
              </a:solidFill>
              <a:effectLst/>
              <a:uFillTx/>
              <a:latin typeface="Arial"/>
            </a:endParaRPr>
          </a:p>
        </p:txBody>
      </p:sp>
      <p:sp>
        <p:nvSpPr>
          <p:cNvPr id="1286" name="PlaceHolder 3"/>
          <p:cNvSpPr>
            <a:spLocks noGrp="1"/>
          </p:cNvSpPr>
          <p:nvPr>
            <p:ph type="sldNum" idx="73"/>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9F6EC24-4D8C-4606-8D70-C2FD509E184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7" name="PlaceHolder 1"/>
          <p:cNvSpPr>
            <a:spLocks noGrp="1"/>
          </p:cNvSpPr>
          <p:nvPr>
            <p:ph type="sldImg"/>
          </p:nvPr>
        </p:nvSpPr>
        <p:spPr>
          <a:xfrm>
            <a:off x="533520" y="764280"/>
            <a:ext cx="6704280" cy="3771000"/>
          </a:xfrm>
          <a:prstGeom prst="rect">
            <a:avLst/>
          </a:prstGeom>
          <a:ln w="0">
            <a:noFill/>
          </a:ln>
        </p:spPr>
      </p:sp>
      <p:sp>
        <p:nvSpPr>
          <p:cNvPr id="1288"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lnSpc>
                <a:spcPct val="100000"/>
              </a:lnSpc>
              <a:buNone/>
            </a:pPr>
            <a:r>
              <a:rPr lang="en-US" sz="2000" b="0" u="none" strike="noStrike">
                <a:solidFill>
                  <a:srgbClr val="000000"/>
                </a:solidFill>
                <a:effectLst/>
                <a:uFillTx/>
                <a:latin typeface="Arial"/>
              </a:rPr>
              <a:t>EN BREF : comment chaque framework sait quoi mettre à jour.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État et réactivité : state local, état dérivé, formulaire piloté par un signal. Pages à montrer : Compteur, TodoList (filtres et compteurs), Inscription (démo des champs liés : voir les notes de la slide Formulaire).</a:t>
            </a:r>
            <a:endParaRPr lang="en-US" sz="2000" b="0" u="none" strike="noStrike">
              <a:solidFill>
                <a:srgbClr val="000000"/>
              </a:solidFill>
              <a:effectLst/>
              <a:uFillTx/>
              <a:latin typeface="Arial"/>
            </a:endParaRPr>
          </a:p>
        </p:txBody>
      </p:sp>
      <p:sp>
        <p:nvSpPr>
          <p:cNvPr id="1289" name="PlaceHolder 3"/>
          <p:cNvSpPr>
            <a:spLocks noGrp="1"/>
          </p:cNvSpPr>
          <p:nvPr>
            <p:ph type="sldNum" idx="74"/>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8BE48B9-FD57-4930-8115-F91C7AB8319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0" name="PlaceHolder 1"/>
          <p:cNvSpPr>
            <a:spLocks noGrp="1"/>
          </p:cNvSpPr>
          <p:nvPr>
            <p:ph type="sldImg"/>
          </p:nvPr>
        </p:nvSpPr>
        <p:spPr>
          <a:xfrm>
            <a:off x="533520" y="764280"/>
            <a:ext cx="6704280" cy="3771000"/>
          </a:xfrm>
          <a:prstGeom prst="rect">
            <a:avLst/>
          </a:prstGeom>
          <a:ln w="0">
            <a:noFill/>
          </a:ln>
        </p:spPr>
      </p:sp>
      <p:sp>
        <p:nvSpPr>
          <p:cNvPr id="1291"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Signal Forms intégrés côté Angular, react-hook-form + Zod côté React. DÉMO : les champs liés (voir plus bas).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React n'a rien en natif : on a choisi react-hook-form + Zod (TanStack Form essayé, bien plus pénible). Angular : Signal Forms stables en v22, form() dérive l'arbre de champs d'un signal, [formField] fait le lien dans le template.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Démo live : taper le mot de passe, puis la confirmation, puis modifier le mot de passe : l'erreur réapparaît dans les deux apps. Côté React il a fallu déclarer deps: ["confirmPassword"] (SignupPage.tsx:129) ; côté Angular, valueOf(path.password) suffit (signup.ts:78-88).</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signupSchema.ts, signup.ts:46-97.</a:t>
            </a:r>
            <a:endParaRPr lang="en-US" sz="2000" b="0" u="none" strike="noStrike">
              <a:solidFill>
                <a:srgbClr val="000000"/>
              </a:solidFill>
              <a:effectLst/>
              <a:uFillTx/>
              <a:latin typeface="Arial"/>
            </a:endParaRPr>
          </a:p>
        </p:txBody>
      </p:sp>
      <p:sp>
        <p:nvSpPr>
          <p:cNvPr id="1292" name="PlaceHolder 3"/>
          <p:cNvSpPr>
            <a:spLocks noGrp="1"/>
          </p:cNvSpPr>
          <p:nvPr>
            <p:ph type="sldNum" idx="75"/>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BB746ED-5586-46A2-90F9-41D4873AB08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6" name="PlaceHolder 1"/>
          <p:cNvSpPr>
            <a:spLocks noGrp="1"/>
          </p:cNvSpPr>
          <p:nvPr>
            <p:ph type="sldImg"/>
          </p:nvPr>
        </p:nvSpPr>
        <p:spPr>
          <a:xfrm>
            <a:off x="533520" y="764280"/>
            <a:ext cx="6704280" cy="3771000"/>
          </a:xfrm>
          <a:prstGeom prst="rect">
            <a:avLst/>
          </a:prstGeom>
          <a:ln w="0">
            <a:noFill/>
          </a:ln>
        </p:spPr>
      </p:sp>
      <p:sp>
        <p:nvSpPr>
          <p:cNvPr id="1297"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lnSpc>
                <a:spcPct val="100000"/>
              </a:lnSpc>
              <a:buNone/>
            </a:pPr>
            <a:r>
              <a:rPr lang="en-US" sz="2000" b="0" u="none" strike="noStrike">
                <a:solidFill>
                  <a:srgbClr val="000000"/>
                </a:solidFill>
                <a:effectLst/>
                <a:uFillTx/>
                <a:latin typeface="Arial"/>
              </a:rPr>
              <a:t>EN BREF : charger et modifier des données serveur.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Données serveur : chargement HTTP et mutations optimistes. Page TodoList : chargement depuis l'API locale (dossier back), ajout, bascule, suppression, filtres. Délai artificiel de 2 s sur chaque appel.</a:t>
            </a:r>
            <a:endParaRPr lang="en-US" sz="2000" b="0" u="none" strike="noStrike">
              <a:solidFill>
                <a:srgbClr val="000000"/>
              </a:solidFill>
              <a:effectLst/>
              <a:uFillTx/>
              <a:latin typeface="Arial"/>
            </a:endParaRPr>
          </a:p>
        </p:txBody>
      </p:sp>
      <p:sp>
        <p:nvSpPr>
          <p:cNvPr id="1298" name="PlaceHolder 3"/>
          <p:cNvSpPr>
            <a:spLocks noGrp="1"/>
          </p:cNvSpPr>
          <p:nvPr>
            <p:ph type="sldNum" idx="77"/>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A1E0AAB-8159-45D5-80DE-E47533A5B0D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2" name="PlaceHolder 1"/>
          <p:cNvSpPr>
            <a:spLocks noGrp="1"/>
          </p:cNvSpPr>
          <p:nvPr>
            <p:ph type="sldImg"/>
          </p:nvPr>
        </p:nvSpPr>
        <p:spPr>
          <a:xfrm>
            <a:off x="533520" y="764280"/>
            <a:ext cx="6704280" cy="3771000"/>
          </a:xfrm>
          <a:prstGeom prst="rect">
            <a:avLst/>
          </a:prstGeom>
          <a:ln w="0">
            <a:noFill/>
          </a:ln>
        </p:spPr>
      </p:sp>
      <p:sp>
        <p:nvSpPr>
          <p:cNvPr id="1303"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service injecté côté Angular, hook SWR côté React ; SWR apporte le cache et les rechargements automatiques.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DÉMO revalidateOnFocus : ouvrir TodoList dans les deux apps, dans deux onglets. Dans l'onglet Angular, cocher une tâche. Revenir sur l'onglet React : le bouton affiche « Rafraîchissement… » et la case se met à jour toute seule (2 s de délai). Faire l'inverse : cocher dans React, revenir sur Angular : rien ne bouge tant qu'on ne clique pas sur Rafraîchir. Laisser au moins 5 s entre deux retours sur l'onglet React (focusThrottleInterval de SWR), sinon le rechargement est ignoré.</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Bonus revalidateOnReconnect : dans l'onglet React, DevTools &gt; Network &gt; Offline, modifier une tâche dans Angular, puis repasser en Online : la liste React se recharge.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Angular : provideHttpClient() (app.config.ts) enregistre HttpClient dans l'injecteur, TodoService est un singleton providedIn: 'root', et la page le récupère avec inject(). Pour un test ou une autre implémentation, on change le provider, pas le composant.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rxResource n'a que params, defaultValue, equal, injector et id : il recharge quand un signal lu dans params change, ou à la main avec reload(). Pas de polling, de rechargement au focus ni de cache partagé en natif. Le polling se fait en RxJS dans stream (timer + switchMap), le focus avec fromEvent(document, 'visibilitychange'). Sans rxResource, un subscribe() ou toSignal() fait le même travail : le service et l'injection ne changent pas.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React : pas de conteneur d'injection. fetchTodos est une simple fonction, useSWR l'appelle avec la clé (ici l'URL). SWR = stale-while-revalidate : il met le résultat en cache sous cette clé, le partage entre tous les composants qui lisent la même clé, et déduplique les appels.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Rechargements automatiques de SWR : revalidateOnFocus (retour sur l'onglet) et revalidateOnReconnect (retour du réseau), actifs dans la démo ; revalidateIfStale (au montage si la donnée est déjà en cache) coupé ; refreshInterval (polling) non utilisé. mutate (renommé refresh) relance le chargement à la main.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todo.service.ts, todos.ts:24-33, api/todos.ts:27-31, useApiTodos.ts:8-18.</a:t>
            </a:r>
            <a:endParaRPr lang="en-US" sz="2000" b="0" u="none" strike="noStrike">
              <a:solidFill>
                <a:srgbClr val="000000"/>
              </a:solidFill>
              <a:effectLst/>
              <a:uFillTx/>
              <a:latin typeface="Arial"/>
            </a:endParaRPr>
          </a:p>
        </p:txBody>
      </p:sp>
      <p:sp>
        <p:nvSpPr>
          <p:cNvPr id="1304" name="PlaceHolder 3"/>
          <p:cNvSpPr>
            <a:spLocks noGrp="1"/>
          </p:cNvSpPr>
          <p:nvPr>
            <p:ph type="sldNum" idx="79"/>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883EDDC-CA8D-4FC8-A116-413E2FBDD33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5" name="PlaceHolder 1"/>
          <p:cNvSpPr>
            <a:spLocks noGrp="1"/>
          </p:cNvSpPr>
          <p:nvPr>
            <p:ph type="sldImg"/>
          </p:nvPr>
        </p:nvSpPr>
        <p:spPr>
          <a:xfrm>
            <a:off x="533520" y="764280"/>
            <a:ext cx="6704280" cy="3771000"/>
          </a:xfrm>
          <a:prstGeom prst="rect">
            <a:avLst/>
          </a:prstGeom>
          <a:ln w="0">
            <a:noFill/>
          </a:ln>
        </p:spPr>
      </p:sp>
      <p:sp>
        <p:nvSpPr>
          <p:cNvPr id="1306"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computed et effect suivent seuls leurs dépendances, useMemo et useEffect les listent à la main.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DÉMO : ouvrir TodoList dans les deux apps et cocher une tâche : le titre de l'onglet affiche le nouveau nombre de tâches restantes. Quitter la page : le titre d'origine revient (onCleanup côté Angular, fonction renvoyée par useEffect côté React).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Le piège React, à montrer en direct : retirer counts.remaining du tableau de dépendances, cocher une tâche : le titre ne bouge plus, et rien ne prévient (pas d'ESLint dans la démo ; le plugin eslint-plugin-react-hooks le signalerait). Côté Angular, il n'y a rien à oublier.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État dérivé : même logique des deux côtés, mais useMemo a son tableau [todos, filter] ; computed() lit les signaux et s'abonne tout seul.</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À mentionner : le React Compiler (stable depuis fin 2025) mémoïse automatiquement, mais ne remplace pas les dépendances de useEffect.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todos.ts:71-97, TodosPage.tsx:61-83.</a:t>
            </a:r>
            <a:endParaRPr lang="en-US" sz="2000" b="0" u="none" strike="noStrike">
              <a:solidFill>
                <a:srgbClr val="000000"/>
              </a:solidFill>
              <a:effectLst/>
              <a:uFillTx/>
              <a:latin typeface="Arial"/>
            </a:endParaRPr>
          </a:p>
        </p:txBody>
      </p:sp>
      <p:sp>
        <p:nvSpPr>
          <p:cNvPr id="1307" name="PlaceHolder 3"/>
          <p:cNvSpPr>
            <a:spLocks noGrp="1"/>
          </p:cNvSpPr>
          <p:nvPr>
            <p:ph type="sldNum" idx="80"/>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F6B6C38-8308-48AC-8AAE-8A996F9E82E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8" name="PlaceHolder 1"/>
          <p:cNvSpPr>
            <a:spLocks noGrp="1"/>
          </p:cNvSpPr>
          <p:nvPr>
            <p:ph type="sldImg"/>
          </p:nvPr>
        </p:nvSpPr>
        <p:spPr>
          <a:xfrm>
            <a:off x="533520" y="764280"/>
            <a:ext cx="6704280" cy="3771000"/>
          </a:xfrm>
          <a:prstGeom prst="rect">
            <a:avLst/>
          </a:prstGeom>
          <a:ln w="0">
            <a:noFill/>
          </a:ln>
        </p:spPr>
      </p:sp>
      <p:sp>
        <p:nvSpPr>
          <p:cNvPr id="1309"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rollback écrit à la main côté Angular, déclaratif avec SWR.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Exemple de l'ajout : c'est le cas le plus parlant, car la tâche optimiste n'a pas encore d'id, seul le serveur en attribue un.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Trois temps des deux côtés : 1. la ligne optimiste s'affiche dès le clic ; 2. si l'appel réussit, la tâche renvoyée par l'API (avec son id) prend sa place ; 3. s'il échoue, la liste d'avant est restaurée.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Angular : tout est écrit à la main sur resource.value (un WritableSignal). Sans id, on retrouve la ligne optimiste par référence (item === optimistic).</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SWR : populateCache(réponse, liste d'avant) calcule la nouvelle valeur du cache. « Liste d'avant » = sans la ligne optimiste, d'où [created, ...current]. useSWRMutation ne recopie pas la réponse dans le cache par défaut (populateCache: false) : sans lui, la tâche n'aurait jamais son id. rollbackOnError vaut true par défaut, on l'écrit pour la lisibilité.</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Alternative plus simple côté SWR : ne pas mettre populateCache et laisser revalidate à true (défaut) : SWR recharge toute la liste après l'ajout, au prix d'un GET de plus.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todos.ts:139-159, useApiTodos.ts:23-26 et 43-53.</a:t>
            </a:r>
            <a:endParaRPr lang="en-US" sz="2000" b="0" u="none" strike="noStrike">
              <a:solidFill>
                <a:srgbClr val="000000"/>
              </a:solidFill>
              <a:effectLst/>
              <a:uFillTx/>
              <a:latin typeface="Arial"/>
            </a:endParaRPr>
          </a:p>
        </p:txBody>
      </p:sp>
      <p:sp>
        <p:nvSpPr>
          <p:cNvPr id="1310" name="PlaceHolder 3"/>
          <p:cNvSpPr>
            <a:spLocks noGrp="1"/>
          </p:cNvSpPr>
          <p:nvPr>
            <p:ph type="sldNum" idx="81"/>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C458126-9BCA-4B18-B0CB-95F234A227D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4" name="PlaceHolder 1"/>
          <p:cNvSpPr>
            <a:spLocks noGrp="1"/>
          </p:cNvSpPr>
          <p:nvPr>
            <p:ph type="sldImg"/>
          </p:nvPr>
        </p:nvSpPr>
        <p:spPr>
          <a:xfrm>
            <a:off x="533520" y="764280"/>
            <a:ext cx="6704280" cy="3771000"/>
          </a:xfrm>
          <a:prstGeom prst="rect">
            <a:avLst/>
          </a:prstGeom>
          <a:ln w="0">
            <a:noFill/>
          </a:ln>
        </p:spPr>
      </p:sp>
      <p:sp>
        <p:nvSpPr>
          <p:cNvPr id="1315"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input() / output() d'un côté, props et callbacks de l'autre.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Le composant TodoItem affiche une tâche et prévient le parent quand on la coche.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React : onToggle est une prop comme une autre, de type fonction ; l'enfant l'appelle directement.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Angular : les entrées et les sorties sont déclarées à part (input.required, output) ; l'enfant émet, le parent écoute avec la syntaxe (événement) comme pour un événement DOM.</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Version simplifiée : le vrai composant a aussi un bouton Supprimer (onRequestDelete / deleteRequested).</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Fichiers : TodoItem.tsx, TodosPage.tsx:193-199, todo-item.ts, todo-item.html, todos.html:65-69.</a:t>
            </a:r>
            <a:endParaRPr lang="en-US" sz="2000" b="0" u="none" strike="noStrike">
              <a:solidFill>
                <a:srgbClr val="000000"/>
              </a:solidFill>
              <a:effectLst/>
              <a:uFillTx/>
              <a:latin typeface="Arial"/>
            </a:endParaRPr>
          </a:p>
        </p:txBody>
      </p:sp>
      <p:sp>
        <p:nvSpPr>
          <p:cNvPr id="1316" name="PlaceHolder 3"/>
          <p:cNvSpPr>
            <a:spLocks noGrp="1"/>
          </p:cNvSpPr>
          <p:nvPr>
            <p:ph type="sldNum" idx="83"/>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C1E4A5E-B736-4D4B-9371-F07F812B40B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7" name="PlaceHolder 1"/>
          <p:cNvSpPr>
            <a:spLocks noGrp="1"/>
          </p:cNvSpPr>
          <p:nvPr>
            <p:ph type="sldImg"/>
          </p:nvPr>
        </p:nvSpPr>
        <p:spPr>
          <a:xfrm>
            <a:off x="685800" y="1143000"/>
            <a:ext cx="5485680" cy="3085560"/>
          </a:xfrm>
          <a:prstGeom prst="rect">
            <a:avLst/>
          </a:prstGeom>
          <a:ln w="0">
            <a:noFill/>
          </a:ln>
        </p:spPr>
      </p:sp>
      <p:sp>
        <p:nvSpPr>
          <p:cNvPr id="13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chaque avantage a son revers.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Cadre : ce qui est un avantage d'un côté est l'inconvénient de l'autre. Angular donne tout et la même chose partout, donc pas besoin de tout réapprendre en changeant de projet, mais peu d'alternatives (ngrx, Angular Material…). React laisse choisir, avec des libs souvent plus poussées (SWR et son rollback automatique, Radix), mais il faut les choisir, les apprendre et les maintenir.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Réactivité : les signaux suivent leurs dépendances tout seuls (computed vs useMemo et son tableau de dépendances). La vraie difficulté côté Angular, c'est de faire cohabiter RxJS et les signaux (rxResource, firstValueFrom dans la démo). Côté React, le principe est simple, mais les hooks, useEffect et les re-rendus superflus sont le piège classique. À noter : le React Compiler, stable depuis fin 2025, mémoïse automatiquement et rend une partie des useMemo / useCallback inutiles.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Composants : en Angular, chaque brique a un rôle précis, mais un composant = 3 fichiers et un élément hôte obligatoire (d'où les directives pour le bouton dans la démo). En React, un composant est une fonction qu'on dérive et découpe facilement, mais cette liberté impose des conventions d'équipe.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Mises à jour Angular : rythme soutenu et changements de paradigme (standalone, zoneless, signals), mais ng update automatise une bonne partie des migrations. C'est aussi ce qui fait progresser le framework.</a:t>
            </a:r>
            <a:endParaRPr lang="en-US" sz="2000" b="0" u="none" strike="noStrike">
              <a:solidFill>
                <a:srgbClr val="000000"/>
              </a:solidFill>
              <a:effectLst/>
              <a:uFillTx/>
              <a:latin typeface="Arial"/>
            </a:endParaRPr>
          </a:p>
        </p:txBody>
      </p:sp>
      <p:sp>
        <p:nvSpPr>
          <p:cNvPr id="1319" name="PlaceHolder 3"/>
          <p:cNvSpPr>
            <a:spLocks noGrp="1"/>
          </p:cNvSpPr>
          <p:nvPr>
            <p:ph type="sldNum" idx="8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22DA4EBE-59EC-4807-B63F-8C10213A4A79}"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PlaceHolder 1"/>
          <p:cNvSpPr>
            <a:spLocks noGrp="1"/>
          </p:cNvSpPr>
          <p:nvPr>
            <p:ph type="sldImg"/>
          </p:nvPr>
        </p:nvSpPr>
        <p:spPr>
          <a:xfrm>
            <a:off x="685800" y="1143000"/>
            <a:ext cx="5485680" cy="3085560"/>
          </a:xfrm>
          <a:prstGeom prst="rect">
            <a:avLst/>
          </a:prstGeom>
          <a:ln w="0">
            <a:noFill/>
          </a:ln>
        </p:spPr>
      </p:sp>
      <p:sp>
        <p:nvSpPr>
          <p:cNvPr id="13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pas de mauvais choix, tout dépend du contexte. Puis place aux questions.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Message principal : il n'y a pas de mauvais choix, les deux frameworks se rapprochent. Angular a repris beaucoup d'idées de React (signals, standalone, inject), et React se simplifie avec le React Compiler.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Le choix dépend surtout du contexte : taille et durée du projet, rotation des équipes, besoin mobile, design system.</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Sur l'IA : les outils génèrent très bien du React / Tailwind / shadcn, mais Angular publie maintenant ses propres ressources pour les LLM (llms.txt, serveur MCP), l'écart se réduit.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Place aux questions.</a:t>
            </a:r>
            <a:endParaRPr lang="en-US" sz="2000" b="0" u="none" strike="noStrike">
              <a:solidFill>
                <a:srgbClr val="000000"/>
              </a:solidFill>
              <a:effectLst/>
              <a:uFillTx/>
              <a:latin typeface="Arial"/>
            </a:endParaRPr>
          </a:p>
        </p:txBody>
      </p:sp>
      <p:sp>
        <p:nvSpPr>
          <p:cNvPr id="1322" name="PlaceHolder 3"/>
          <p:cNvSpPr>
            <a:spLocks noGrp="1"/>
          </p:cNvSpPr>
          <p:nvPr>
            <p:ph type="sldNum" idx="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345F70ED-3262-472A-97CB-164E6AE9A348}"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4" name="PlaceHolder 1"/>
          <p:cNvSpPr>
            <a:spLocks noGrp="1"/>
          </p:cNvSpPr>
          <p:nvPr>
            <p:ph type="sldImg"/>
          </p:nvPr>
        </p:nvSpPr>
        <p:spPr>
          <a:xfrm>
            <a:off x="533520" y="764280"/>
            <a:ext cx="6704280" cy="3771000"/>
          </a:xfrm>
          <a:prstGeom prst="rect">
            <a:avLst/>
          </a:prstGeom>
          <a:ln w="0">
            <a:noFill/>
          </a:ln>
        </p:spPr>
      </p:sp>
      <p:sp>
        <p:nvSpPr>
          <p:cNvPr id="1315"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EN BREF : autant de code des deux côtés, mais 3 projets à suivre côté Angular contre 7 côté React.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Mesuré sur le dépôt : fichiers suivis par git dans src/, lignes non vides, ng build et vite build pour le JavaScript (tailles gzip -9).</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Lignes de code : les deux projets sont formatés par Prettier avec la même largeur (printWidth 100), lignes non vides, TS/TSX/HTML hors styles. Avant alignement, React était à 80 colonnes et Angular à 100, ce qui gonflait React d'une centaine de lignes. L'écart restant (~55 lignes) vient de ce qu'Angular fournit : HttpClient face au fetch écrit à la main, dialog.open() face à l'état de la modale, directives posées sur la balise face aux composants qui redéclarent leurs props.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Projets comptés à partir des dependencies du package.json (hors devDependencies). Angular : @angular/cdk, common, compiler, core, forms, platform-browser, router, plus rxjs et tslib (helpers TypeScript). React : react et react-dom, react-router-dom, swr, react-hook-form et @hookform/resolvers, zod, @radix-ui/react-dialog, clsx.</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Le plus parlant pour la maintenance : 3 projets à suivre côté Angular, dont les 7 paquets @angular versionnés ensemble ; 7 projets côté React, chacun avec son rythme de versions.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JavaScript en 7 fichiers vs 1 : les routes Angular utilisent loadComponent (import dynamique), chaque page devient un fichier chargé seulement quand on y va. Le router React importe toutes les pages directement, donc tout part dans un seul fichier chargé dès l'ouverture (React.lazy permettrait de découper aussi).</a:t>
            </a:r>
            <a:endParaRPr lang="en-US" sz="2000" b="0" u="none" strike="noStrike">
              <a:solidFill>
                <a:srgbClr val="000000"/>
              </a:solidFill>
              <a:effectLst/>
              <a:uFillTx/>
              <a:latin typeface="Arial"/>
            </a:endParaRPr>
          </a:p>
        </p:txBody>
      </p:sp>
      <p:sp>
        <p:nvSpPr>
          <p:cNvPr id="1316" name="PlaceHolder 3"/>
          <p:cNvSpPr>
            <a:spLocks noGrp="1"/>
          </p:cNvSpPr>
          <p:nvPr>
            <p:ph type="sldNum" idx="83"/>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C1E4A5E-B736-4D4B-9371-F07F812B40B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PlaceHolder 1"/>
          <p:cNvSpPr>
            <a:spLocks noGrp="1"/>
          </p:cNvSpPr>
          <p:nvPr>
            <p:ph type="sldImg"/>
          </p:nvPr>
        </p:nvSpPr>
        <p:spPr>
          <a:xfrm>
            <a:off x="685800" y="1143000"/>
            <a:ext cx="5485680" cy="3085560"/>
          </a:xfrm>
          <a:prstGeom prst="rect">
            <a:avLst/>
          </a:prstGeom>
          <a:ln w="0">
            <a:noFill/>
          </a:ln>
        </p:spPr>
      </p:sp>
      <p:sp>
        <p:nvSpPr>
          <p:cNvPr id="13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EN BREF : remercier et ouvrir aux questions.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Garder les deux apps et l'IDE ouverts : la plupart des questions se traitent en montrant le code.</a:t>
            </a:r>
            <a:endParaRPr lang="en-US" sz="2000" b="0" u="none" strike="noStrike">
              <a:solidFill>
                <a:srgbClr val="000000"/>
              </a:solidFill>
              <a:effectLst/>
              <a:uFillTx/>
              <a:latin typeface="Arial"/>
            </a:endParaRPr>
          </a:p>
        </p:txBody>
      </p:sp>
      <p:sp>
        <p:nvSpPr>
          <p:cNvPr id="1322" name="PlaceHolder 3"/>
          <p:cNvSpPr>
            <a:spLocks noGrp="1"/>
          </p:cNvSpPr>
          <p:nvPr>
            <p:ph type="sldNum" idx="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fr-FR" sz="1200" b="0" u="none" strike="noStrike">
                <a:solidFill>
                  <a:srgbClr val="000000"/>
                </a:solidFill>
                <a:effectLst/>
                <a:uFillTx/>
                <a:latin typeface="Times New Roman"/>
              </a:defRPr>
            </a:lvl1pPr>
          </a:lstStyle>
          <a:p>
            <a:pPr indent="0" algn="r">
              <a:lnSpc>
                <a:spcPct val="100000"/>
              </a:lnSpc>
              <a:buNone/>
              <a:tabLst>
                <a:tab pos="0" algn="l"/>
              </a:tabLst>
            </a:pPr>
            <a:fld id="{345F70ED-3262-472A-97CB-164E6AE9A348}"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oo.gl/maps/L2hDBvJ3meSoPmFS6" TargetMode="External"/><Relationship Id="rId4" Type="http://schemas.openxmlformats.org/officeDocument/2006/relationships/hyperlink" Target="https://www.apollossc.com/" TargetMode="External"/><Relationship Id="rId5" Type="http://schemas.openxmlformats.org/officeDocument/2006/relationships/hyperlink" Target="https://www.linkedin.com/company/apollo-ssc/?originalSubdomain=fr" TargetMode="Externa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jpe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0.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8.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1.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3.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2.jpe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35.xml"/><Relationship Id="rId2" Type="http://schemas.openxmlformats.org/officeDocument/2006/relationships/image" Target="../media/image5.png"/><Relationship Id="rId3" Type="http://schemas.openxmlformats.org/officeDocument/2006/relationships/image" Target="../media/image2.png"/>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uverture - Titr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uverture - classique">
    <p:bg>
      <p:bgPr>
        <a:solidFill>
          <a:schemeClr val="dk1"/>
        </a:solidFill>
      </p:bgPr>
    </p:bg>
    <p:spTree>
      <p:nvGrpSpPr>
        <p:cNvPr id="1" name=""/>
        <p:cNvGrpSpPr/>
        <p:nvPr/>
      </p:nvGrpSpPr>
      <p:grpSpPr>
        <a:xfrm>
          <a:off x="0" y="0"/>
          <a:ext cx="0" cy="0"/>
          <a:chOff x="0" y="0"/>
          <a:chExt cx="0" cy="0"/>
        </a:xfrm>
      </p:grpSpPr>
      <p:pic>
        <p:nvPicPr>
          <p:cNvPr id="14" name="Image 6"/>
          <p:cNvPicPr/>
          <p:nvPr/>
        </p:nvPicPr>
        <p:blipFill>
          <a:blip r:embed="rId2"/>
          <a:stretch/>
        </p:blipFill>
        <p:spPr>
          <a:xfrm>
            <a:off x="0" y="-6840"/>
            <a:ext cx="12191400" cy="6857280"/>
          </a:xfrm>
          <a:prstGeom prst="rect">
            <a:avLst/>
          </a:prstGeom>
          <a:noFill/>
          <a:ln w="0">
            <a:noFill/>
          </a:ln>
        </p:spPr>
      </p:pic>
      <p:sp>
        <p:nvSpPr>
          <p:cNvPr id="15" name="Rectangle 1"/>
          <p:cNvSpPr/>
          <p:nvPr/>
        </p:nvSpPr>
        <p:spPr>
          <a:xfrm flipV="1">
            <a:off x="158400" y="151920"/>
            <a:ext cx="8444160" cy="6703920"/>
          </a:xfrm>
          <a:prstGeom prst="rect">
            <a:avLst/>
          </a:prstGeom>
          <a:gradFill rotWithShape="0">
            <a:gsLst>
              <a:gs pos="0">
                <a:srgbClr val="020D23">
                  <a:alpha val="0"/>
                </a:srgbClr>
              </a:gs>
              <a:gs pos="14000">
                <a:srgbClr val="16203E">
                  <a:alpha val="25000"/>
                </a:srgbClr>
              </a:gs>
              <a:gs pos="44000">
                <a:srgbClr val="1C294F">
                  <a:alpha val="60000"/>
                </a:srgbClr>
              </a:gs>
              <a:gs pos="72000">
                <a:srgbClr val="1E2B53">
                  <a:alpha val="60000"/>
                </a:srgbClr>
              </a:gs>
              <a:gs pos="91000">
                <a:srgbClr val="0F1529">
                  <a:alpha val="60000"/>
                </a:srgbClr>
              </a:gs>
              <a:gs pos="100000">
                <a:srgbClr val="020D23">
                  <a:alpha val="20000"/>
                </a:srgbClr>
              </a:gs>
            </a:gsLst>
            <a:lin ang="540000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6" name="Image 5"/>
          <p:cNvPicPr/>
          <p:nvPr/>
        </p:nvPicPr>
        <p:blipFill>
          <a:blip r:embed="rId3"/>
          <a:stretch/>
        </p:blipFill>
        <p:spPr>
          <a:xfrm>
            <a:off x="1236240" y="2681280"/>
            <a:ext cx="5503320" cy="1449000"/>
          </a:xfrm>
          <a:prstGeom prst="rect">
            <a:avLst/>
          </a:prstGeom>
          <a:noFill/>
          <a:ln w="0">
            <a:noFill/>
          </a:ln>
        </p:spPr>
      </p:pic>
      <p:cxnSp>
        <p:nvCxnSpPr>
          <p:cNvPr id="17" name="Connecteur droit 9"/>
          <p:cNvCxnSpPr/>
          <p:nvPr/>
        </p:nvCxnSpPr>
        <p:spPr>
          <a:xfrm>
            <a:off x="8602920" y="-25920"/>
            <a:ext cx="720" cy="6891120"/>
          </a:xfrm>
          <a:prstGeom prst="straightConnector1">
            <a:avLst/>
          </a:prstGeom>
          <a:ln w="0">
            <a:solidFill>
              <a:srgbClr val="FFFFFF"/>
            </a:solidFill>
          </a:ln>
        </p:spPr>
      </p:cxnSp>
      <p:cxnSp>
        <p:nvCxnSpPr>
          <p:cNvPr id="18" name="Connecteur droit 8"/>
          <p:cNvCxnSpPr/>
          <p:nvPr/>
        </p:nvCxnSpPr>
        <p:spPr>
          <a:xfrm>
            <a:off x="158400" y="0"/>
            <a:ext cx="720" cy="6865200"/>
          </a:xfrm>
          <a:prstGeom prst="straightConnector1">
            <a:avLst/>
          </a:prstGeom>
          <a:ln w="0">
            <a:solidFill>
              <a:srgbClr val="FFFFFF"/>
            </a:solidFill>
          </a:ln>
        </p:spPr>
      </p:cxnSp>
      <p:cxnSp>
        <p:nvCxnSpPr>
          <p:cNvPr id="19" name="Connecteur droit 6"/>
          <p:cNvCxnSpPr/>
          <p:nvPr/>
        </p:nvCxnSpPr>
        <p:spPr>
          <a:xfrm>
            <a:off x="0" y="145440"/>
            <a:ext cx="12192480" cy="720"/>
          </a:xfrm>
          <a:prstGeom prst="straightConnector1">
            <a:avLst/>
          </a:prstGeom>
          <a:ln w="0">
            <a:solidFill>
              <a:srgbClr val="FFFFFF"/>
            </a:solidFill>
          </a:ln>
        </p:spPr>
      </p:cxnSp>
      <p:cxnSp>
        <p:nvCxnSpPr>
          <p:cNvPr id="20" name="Connecteur droit 7"/>
          <p:cNvCxnSpPr/>
          <p:nvPr/>
        </p:nvCxnSpPr>
        <p:spPr>
          <a:xfrm>
            <a:off x="12033360" y="-6480"/>
            <a:ext cx="720" cy="6865200"/>
          </a:xfrm>
          <a:prstGeom prst="straightConnector1">
            <a:avLst/>
          </a:prstGeom>
          <a:ln w="0">
            <a:solidFill>
              <a:srgbClr val="FFFFFF"/>
            </a:solidFill>
          </a:ln>
        </p:spPr>
      </p:cxn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rrière de couverture">
    <p:bg>
      <p:bgPr>
        <a:solidFill>
          <a:schemeClr val="dk1"/>
        </a:solidFill>
      </p:bgPr>
    </p:bg>
    <p:spTree>
      <p:nvGrpSpPr>
        <p:cNvPr id="1" name=""/>
        <p:cNvGrpSpPr/>
        <p:nvPr/>
      </p:nvGrpSpPr>
      <p:grpSpPr>
        <a:xfrm>
          <a:off x="0" y="0"/>
          <a:ext cx="0" cy="0"/>
          <a:chOff x="0" y="0"/>
          <a:chExt cx="0" cy="0"/>
        </a:xfrm>
      </p:grpSpPr>
      <p:pic>
        <p:nvPicPr>
          <p:cNvPr id="21" name="Image 6"/>
          <p:cNvPicPr/>
          <p:nvPr/>
        </p:nvPicPr>
        <p:blipFill>
          <a:blip r:embed="rId2"/>
          <a:stretch/>
        </p:blipFill>
        <p:spPr>
          <a:xfrm>
            <a:off x="0" y="-6840"/>
            <a:ext cx="12191400" cy="6857280"/>
          </a:xfrm>
          <a:prstGeom prst="rect">
            <a:avLst/>
          </a:prstGeom>
          <a:noFill/>
          <a:ln w="0">
            <a:noFill/>
          </a:ln>
        </p:spPr>
      </p:pic>
      <p:sp>
        <p:nvSpPr>
          <p:cNvPr id="22" name="Rectangle 25">
            <a:hlinkClick r:id="rId3"/>
          </p:cNvPr>
          <p:cNvSpPr/>
          <p:nvPr/>
        </p:nvSpPr>
        <p:spPr>
          <a:xfrm>
            <a:off x="4698720" y="5604840"/>
            <a:ext cx="3320640" cy="45828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23" name="ZoneTexte 10"/>
          <p:cNvSpPr/>
          <p:nvPr/>
        </p:nvSpPr>
        <p:spPr>
          <a:xfrm>
            <a:off x="1010520" y="5601960"/>
            <a:ext cx="3017520" cy="46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2400" b="1" u="none" strike="noStrike">
                <a:solidFill>
                  <a:schemeClr val="accent1"/>
                </a:solidFill>
                <a:effectLst/>
                <a:uFillTx/>
                <a:latin typeface="Roboto"/>
                <a:ea typeface="Roboto"/>
              </a:rPr>
              <a:t>apollossc.com</a:t>
            </a:r>
            <a:endParaRPr lang="en-US" sz="2400" b="0" u="none" strike="noStrike">
              <a:solidFill>
                <a:srgbClr val="FFFFFF"/>
              </a:solidFill>
              <a:effectLst/>
              <a:uFillTx/>
              <a:latin typeface="Arial"/>
            </a:endParaRPr>
          </a:p>
        </p:txBody>
      </p:sp>
      <p:sp>
        <p:nvSpPr>
          <p:cNvPr id="24" name="ZoneTexte 16"/>
          <p:cNvSpPr/>
          <p:nvPr/>
        </p:nvSpPr>
        <p:spPr>
          <a:xfrm>
            <a:off x="11136960" y="5595840"/>
            <a:ext cx="469080" cy="430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2200" b="1" u="none" strike="noStrike">
                <a:solidFill>
                  <a:schemeClr val="accent1"/>
                </a:solidFill>
                <a:effectLst/>
                <a:uFillTx/>
                <a:latin typeface="Roboto"/>
                <a:ea typeface="Roboto"/>
              </a:rPr>
              <a:t>in</a:t>
            </a:r>
            <a:endParaRPr lang="en-US" sz="2200" b="0" u="none" strike="noStrike">
              <a:solidFill>
                <a:srgbClr val="FFFFFF"/>
              </a:solidFill>
              <a:effectLst/>
              <a:uFillTx/>
              <a:latin typeface="Arial"/>
            </a:endParaRPr>
          </a:p>
        </p:txBody>
      </p:sp>
      <p:sp>
        <p:nvSpPr>
          <p:cNvPr id="25" name="ZoneTexte 17"/>
          <p:cNvSpPr/>
          <p:nvPr/>
        </p:nvSpPr>
        <p:spPr>
          <a:xfrm>
            <a:off x="4771080" y="5687280"/>
            <a:ext cx="3749040" cy="307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lt1"/>
                </a:solidFill>
                <a:effectLst/>
                <a:uFillTx/>
                <a:latin typeface="Roboto Light"/>
                <a:ea typeface="Roboto Light"/>
              </a:rPr>
              <a:t>96 boulevard Vivier Merle, 69003 Lyon</a:t>
            </a:r>
            <a:endParaRPr lang="en-US" sz="1400" b="0" u="none" strike="noStrike">
              <a:solidFill>
                <a:srgbClr val="FFFFFF"/>
              </a:solidFill>
              <a:effectLst/>
              <a:uFillTx/>
              <a:latin typeface="Arial"/>
            </a:endParaRPr>
          </a:p>
        </p:txBody>
      </p:sp>
      <p:sp>
        <p:nvSpPr>
          <p:cNvPr id="26" name="ZoneTexte 18"/>
          <p:cNvSpPr/>
          <p:nvPr/>
        </p:nvSpPr>
        <p:spPr>
          <a:xfrm>
            <a:off x="8620560" y="5687280"/>
            <a:ext cx="1915200" cy="3070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FR" sz="1400" b="0" u="none" strike="noStrike">
                <a:solidFill>
                  <a:schemeClr val="lt1"/>
                </a:solidFill>
                <a:effectLst/>
                <a:uFillTx/>
                <a:latin typeface="Roboto Light"/>
                <a:ea typeface="Roboto Light"/>
              </a:rPr>
              <a:t>+33 (0) 4 78 35 45 70</a:t>
            </a:r>
            <a:endParaRPr lang="en-US" sz="1400" b="0" u="none" strike="noStrike">
              <a:solidFill>
                <a:srgbClr val="FFFFFF"/>
              </a:solidFill>
              <a:effectLst/>
              <a:uFillTx/>
              <a:latin typeface="Arial"/>
            </a:endParaRPr>
          </a:p>
        </p:txBody>
      </p:sp>
      <p:grpSp>
        <p:nvGrpSpPr>
          <p:cNvPr id="27" name="Groupe 13"/>
          <p:cNvGrpSpPr/>
          <p:nvPr/>
        </p:nvGrpSpPr>
        <p:grpSpPr>
          <a:xfrm>
            <a:off x="0" y="-16200"/>
            <a:ext cx="12191400" cy="6869520"/>
            <a:chOff x="0" y="-16200"/>
            <a:chExt cx="12191400" cy="6869520"/>
          </a:xfrm>
        </p:grpSpPr>
        <p:sp>
          <p:nvSpPr>
            <p:cNvPr id="28" name="Rectangle 14"/>
            <p:cNvSpPr/>
            <p:nvPr/>
          </p:nvSpPr>
          <p:spPr>
            <a:xfrm flipV="1">
              <a:off x="0" y="7354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0" u="none" strike="noStrike">
                <a:solidFill>
                  <a:schemeClr val="dk2"/>
                </a:solidFill>
                <a:effectLst/>
                <a:uFillTx/>
                <a:latin typeface="roboto Light"/>
              </a:endParaRPr>
            </a:p>
          </p:txBody>
        </p:sp>
        <p:sp>
          <p:nvSpPr>
            <p:cNvPr id="29" name="Rectangle 15"/>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grpSp>
      <p:cxnSp>
        <p:nvCxnSpPr>
          <p:cNvPr id="30" name="Connecteur droit 21"/>
          <p:cNvCxnSpPr/>
          <p:nvPr/>
        </p:nvCxnSpPr>
        <p:spPr>
          <a:xfrm>
            <a:off x="0" y="145440"/>
            <a:ext cx="12192480" cy="720"/>
          </a:xfrm>
          <a:prstGeom prst="straightConnector1">
            <a:avLst/>
          </a:prstGeom>
          <a:ln w="0">
            <a:solidFill>
              <a:srgbClr val="FFFFFF"/>
            </a:solidFill>
          </a:ln>
        </p:spPr>
      </p:cxnSp>
      <p:cxnSp>
        <p:nvCxnSpPr>
          <p:cNvPr id="31" name="Connecteur droit 12"/>
          <p:cNvCxnSpPr/>
          <p:nvPr/>
        </p:nvCxnSpPr>
        <p:spPr>
          <a:xfrm>
            <a:off x="4114800" y="-6480"/>
            <a:ext cx="720" cy="6861600"/>
          </a:xfrm>
          <a:prstGeom prst="straightConnector1">
            <a:avLst/>
          </a:prstGeom>
          <a:ln w="0">
            <a:solidFill>
              <a:srgbClr val="FFFFFF"/>
            </a:solidFill>
          </a:ln>
        </p:spPr>
      </p:cxnSp>
      <p:cxnSp>
        <p:nvCxnSpPr>
          <p:cNvPr id="32" name="Connecteur droit 5"/>
          <p:cNvCxnSpPr/>
          <p:nvPr/>
        </p:nvCxnSpPr>
        <p:spPr>
          <a:xfrm>
            <a:off x="164520" y="-38160"/>
            <a:ext cx="720" cy="6896880"/>
          </a:xfrm>
          <a:prstGeom prst="straightConnector1">
            <a:avLst/>
          </a:prstGeom>
          <a:ln w="0">
            <a:solidFill>
              <a:srgbClr val="FFFFFF"/>
            </a:solidFill>
          </a:ln>
        </p:spPr>
      </p:cxnSp>
      <p:cxnSp>
        <p:nvCxnSpPr>
          <p:cNvPr id="33" name="Connecteur droit 11"/>
          <p:cNvCxnSpPr/>
          <p:nvPr/>
        </p:nvCxnSpPr>
        <p:spPr>
          <a:xfrm>
            <a:off x="0" y="4867200"/>
            <a:ext cx="12192480" cy="720"/>
          </a:xfrm>
          <a:prstGeom prst="straightConnector1">
            <a:avLst/>
          </a:prstGeom>
          <a:ln w="0">
            <a:solidFill>
              <a:srgbClr val="FFFFFF"/>
            </a:solidFill>
          </a:ln>
        </p:spPr>
      </p:cxnSp>
      <p:sp>
        <p:nvSpPr>
          <p:cNvPr id="34" name="Rectangle 23">
            <a:hlinkClick r:id="rId4"/>
          </p:cNvPr>
          <p:cNvSpPr/>
          <p:nvPr/>
        </p:nvSpPr>
        <p:spPr>
          <a:xfrm>
            <a:off x="896400" y="5531760"/>
            <a:ext cx="2390400" cy="60588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35" name="Rectangle 24">
            <a:hlinkClick r:id="rId5"/>
          </p:cNvPr>
          <p:cNvSpPr/>
          <p:nvPr/>
        </p:nvSpPr>
        <p:spPr>
          <a:xfrm>
            <a:off x="11145960" y="5604840"/>
            <a:ext cx="396360" cy="3985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itre abstrait 01">
    <p:bg>
      <p:bgPr>
        <a:solidFill>
          <a:schemeClr val="dk1"/>
        </a:solidFill>
      </p:bgPr>
    </p:bg>
    <p:spTree>
      <p:nvGrpSpPr>
        <p:cNvPr id="1" name=""/>
        <p:cNvGrpSpPr/>
        <p:nvPr/>
      </p:nvGrpSpPr>
      <p:grpSpPr>
        <a:xfrm>
          <a:off x="0" y="0"/>
          <a:ext cx="0" cy="0"/>
          <a:chOff x="0" y="0"/>
          <a:chExt cx="0" cy="0"/>
        </a:xfrm>
      </p:grpSpPr>
      <p:pic>
        <p:nvPicPr>
          <p:cNvPr id="36" name="Image 6"/>
          <p:cNvPicPr/>
          <p:nvPr/>
        </p:nvPicPr>
        <p:blipFill>
          <a:blip r:embed="rId2"/>
          <a:stretch/>
        </p:blipFill>
        <p:spPr>
          <a:xfrm>
            <a:off x="0" y="-6840"/>
            <a:ext cx="12191400" cy="6857280"/>
          </a:xfrm>
          <a:prstGeom prst="rect">
            <a:avLst/>
          </a:prstGeom>
          <a:noFill/>
          <a:ln w="0">
            <a:noFill/>
          </a:ln>
        </p:spPr>
      </p:pic>
      <p:pic>
        <p:nvPicPr>
          <p:cNvPr id="37" name="Image 7"/>
          <p:cNvPicPr/>
          <p:nvPr/>
        </p:nvPicPr>
        <p:blipFill>
          <a:blip r:embed="rId3"/>
          <a:srcRect l="0" t="4329" r="0" b="4329"/>
          <a:stretch/>
        </p:blipFill>
        <p:spPr>
          <a:xfrm>
            <a:off x="0" y="-12240"/>
            <a:ext cx="12191400" cy="6263280"/>
          </a:xfrm>
          <a:prstGeom prst="rect">
            <a:avLst/>
          </a:prstGeom>
          <a:noFill/>
          <a:ln w="0">
            <a:noFill/>
          </a:ln>
        </p:spPr>
      </p:pic>
      <p:grpSp>
        <p:nvGrpSpPr>
          <p:cNvPr id="38" name="Groupe 3"/>
          <p:cNvGrpSpPr/>
          <p:nvPr/>
        </p:nvGrpSpPr>
        <p:grpSpPr>
          <a:xfrm>
            <a:off x="0" y="-16200"/>
            <a:ext cx="12191400" cy="6270120"/>
            <a:chOff x="0" y="-16200"/>
            <a:chExt cx="12191400" cy="6270120"/>
          </a:xfrm>
        </p:grpSpPr>
        <p:sp>
          <p:nvSpPr>
            <p:cNvPr id="39" name="Rectangle 1"/>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0" u="none" strike="noStrike">
                <a:solidFill>
                  <a:schemeClr val="dk2"/>
                </a:solidFill>
                <a:effectLst/>
                <a:uFillTx/>
                <a:latin typeface="roboto Light"/>
              </a:endParaRPr>
            </a:p>
          </p:txBody>
        </p:sp>
        <p:sp>
          <p:nvSpPr>
            <p:cNvPr id="40" name="Rectangle 2"/>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grpSp>
      <p:sp>
        <p:nvSpPr>
          <p:cNvPr id="41"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42" name="PlaceHolder 1"/>
          <p:cNvSpPr>
            <a:spLocks noGrp="1"/>
          </p:cNvSpPr>
          <p:nvPr>
            <p:ph type="ftr" idx="1"/>
          </p:nvPr>
        </p:nvSpPr>
        <p:spPr>
          <a:xfrm>
            <a:off x="0" y="0"/>
            <a:ext cx="0" cy="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 </a:t>
            </a:r>
            <a:endParaRPr lang="en-US" sz="1400" b="0" u="none" strike="noStrike">
              <a:solidFill>
                <a:srgbClr val="FFFFFF"/>
              </a:solidFill>
              <a:effectLst/>
              <a:uFillTx/>
              <a:latin typeface="Times New Roman"/>
            </a:endParaRPr>
          </a:p>
        </p:txBody>
      </p:sp>
      <p:sp>
        <p:nvSpPr>
          <p:cNvPr id="43" name="PlaceHolder 2"/>
          <p:cNvSpPr>
            <a:spLocks noGrp="1"/>
          </p:cNvSpPr>
          <p:nvPr>
            <p:ph type="body" hasCustomPrompt="1"/>
          </p:nvPr>
        </p:nvSpPr>
        <p:spPr>
          <a:xfrm>
            <a:off x="1010520" y="76248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a:ea typeface="Roboto"/>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a:ea typeface="Roboto"/>
              </a:rPr>
              <a:t>02</a:t>
            </a:r>
            <a:endParaRPr lang="fr-FR" sz="15000" b="0" u="none" strike="noStrike">
              <a:solidFill>
                <a:schemeClr val="accent1"/>
              </a:solidFill>
              <a:effectLst/>
              <a:uFillTx/>
              <a:latin typeface="Roboto"/>
            </a:endParaRPr>
          </a:p>
        </p:txBody>
      </p:sp>
      <p:cxnSp>
        <p:nvCxnSpPr>
          <p:cNvPr id="44" name="Connecteur droit 15"/>
          <p:cNvCxnSpPr/>
          <p:nvPr/>
        </p:nvCxnSpPr>
        <p:spPr>
          <a:xfrm>
            <a:off x="0" y="145440"/>
            <a:ext cx="12192480" cy="720"/>
          </a:xfrm>
          <a:prstGeom prst="straightConnector1">
            <a:avLst/>
          </a:prstGeom>
          <a:ln w="0">
            <a:solidFill>
              <a:srgbClr val="FFFFFF"/>
            </a:solidFill>
          </a:ln>
        </p:spPr>
      </p:cxnSp>
      <p:cxnSp>
        <p:nvCxnSpPr>
          <p:cNvPr id="45" name="Connecteur droit 16"/>
          <p:cNvCxnSpPr/>
          <p:nvPr/>
        </p:nvCxnSpPr>
        <p:spPr>
          <a:xfrm>
            <a:off x="12033360" y="-6480"/>
            <a:ext cx="720" cy="6851520"/>
          </a:xfrm>
          <a:prstGeom prst="straightConnector1">
            <a:avLst/>
          </a:prstGeom>
          <a:ln w="0">
            <a:solidFill>
              <a:srgbClr val="FFFFFF"/>
            </a:solidFill>
          </a:ln>
        </p:spPr>
      </p:cxnSp>
      <p:cxnSp>
        <p:nvCxnSpPr>
          <p:cNvPr id="46" name="Connecteur droit 5"/>
          <p:cNvCxnSpPr/>
          <p:nvPr/>
        </p:nvCxnSpPr>
        <p:spPr>
          <a:xfrm>
            <a:off x="0" y="6253560"/>
            <a:ext cx="12192480" cy="720"/>
          </a:xfrm>
          <a:prstGeom prst="straightConnector1">
            <a:avLst/>
          </a:prstGeom>
          <a:ln w="0">
            <a:solidFill>
              <a:srgbClr val="FFFFFF"/>
            </a:solidFill>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e de titre">
    <p:bg>
      <p:bgPr>
        <a:solidFill>
          <a:schemeClr val="dk1"/>
        </a:solidFill>
      </p:bgPr>
    </p:bg>
    <p:spTree>
      <p:nvGrpSpPr>
        <p:cNvPr id="1" name=""/>
        <p:cNvGrpSpPr/>
        <p:nvPr/>
      </p:nvGrpSpPr>
      <p:grpSpPr>
        <a:xfrm>
          <a:off x="0" y="0"/>
          <a:ext cx="0" cy="0"/>
          <a:chOff x="0" y="0"/>
          <a:chExt cx="0" cy="0"/>
        </a:xfrm>
      </p:grpSpPr>
      <p:pic>
        <p:nvPicPr>
          <p:cNvPr id="47" name="Image 6"/>
          <p:cNvPicPr/>
          <p:nvPr/>
        </p:nvPicPr>
        <p:blipFill>
          <a:blip r:embed="rId2"/>
          <a:stretch/>
        </p:blipFill>
        <p:spPr>
          <a:xfrm>
            <a:off x="0" y="-6840"/>
            <a:ext cx="12191400" cy="6857280"/>
          </a:xfrm>
          <a:prstGeom prst="rect">
            <a:avLst/>
          </a:prstGeom>
          <a:noFill/>
          <a:ln w="0">
            <a:noFill/>
          </a:ln>
        </p:spPr>
      </p:pic>
      <p:pic>
        <p:nvPicPr>
          <p:cNvPr id="48" name="Image 7"/>
          <p:cNvPicPr/>
          <p:nvPr/>
        </p:nvPicPr>
        <p:blipFill>
          <a:blip r:embed="rId3"/>
          <a:srcRect l="0" t="4329" r="0" b="4329"/>
          <a:stretch/>
        </p:blipFill>
        <p:spPr>
          <a:xfrm>
            <a:off x="0" y="-12240"/>
            <a:ext cx="12191400" cy="6263280"/>
          </a:xfrm>
          <a:prstGeom prst="rect">
            <a:avLst/>
          </a:prstGeom>
          <a:noFill/>
          <a:ln w="0">
            <a:noFill/>
          </a:ln>
        </p:spPr>
      </p:pic>
      <p:grpSp>
        <p:nvGrpSpPr>
          <p:cNvPr id="49" name="Groupe 1"/>
          <p:cNvGrpSpPr/>
          <p:nvPr/>
        </p:nvGrpSpPr>
        <p:grpSpPr>
          <a:xfrm>
            <a:off x="0" y="-16200"/>
            <a:ext cx="12191400" cy="6270120"/>
            <a:chOff x="0" y="-16200"/>
            <a:chExt cx="12191400" cy="6270120"/>
          </a:xfrm>
        </p:grpSpPr>
        <p:sp>
          <p:nvSpPr>
            <p:cNvPr id="50"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0" u="none" strike="noStrike">
                <a:solidFill>
                  <a:schemeClr val="dk2"/>
                </a:solidFill>
                <a:effectLst/>
                <a:uFillTx/>
                <a:latin typeface="roboto Light"/>
              </a:endParaRPr>
            </a:p>
          </p:txBody>
        </p:sp>
        <p:sp>
          <p:nvSpPr>
            <p:cNvPr id="51" name="Rectangle 3"/>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grpSp>
      <p:sp>
        <p:nvSpPr>
          <p:cNvPr id="52" name="PlaceHolder 1"/>
          <p:cNvSpPr>
            <a:spLocks noGrp="1"/>
          </p:cNvSpPr>
          <p:nvPr>
            <p:ph type="ftr" idx="2"/>
          </p:nvPr>
        </p:nvSpPr>
        <p:spPr>
          <a:xfrm>
            <a:off x="0" y="0"/>
            <a:ext cx="0" cy="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 </a:t>
            </a:r>
            <a:endParaRPr lang="en-US" sz="1400" b="0" u="none" strike="noStrike">
              <a:solidFill>
                <a:srgbClr val="FFFFFF"/>
              </a:solidFill>
              <a:effectLst/>
              <a:uFillTx/>
              <a:latin typeface="Times New Roman"/>
            </a:endParaRPr>
          </a:p>
        </p:txBody>
      </p:sp>
      <p:sp>
        <p:nvSpPr>
          <p:cNvPr id="53" name="Rectangle 8"/>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54" name="PlaceHolder 2"/>
          <p:cNvSpPr>
            <a:spLocks noGrp="1"/>
          </p:cNvSpPr>
          <p:nvPr>
            <p:ph type="body" hasCustomPrompt="1"/>
          </p:nvPr>
        </p:nvSpPr>
        <p:spPr>
          <a:xfrm>
            <a:off x="1010520" y="76248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a:ea typeface="Roboto"/>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a:ea typeface="Roboto"/>
              </a:rPr>
              <a:t>01</a:t>
            </a:r>
            <a:endParaRPr lang="fr-FR" sz="15000" b="0" u="none" strike="noStrike">
              <a:solidFill>
                <a:schemeClr val="accent1"/>
              </a:solidFill>
              <a:effectLst/>
              <a:uFillTx/>
              <a:latin typeface="Roboto"/>
            </a:endParaRPr>
          </a:p>
        </p:txBody>
      </p:sp>
      <p:cxnSp>
        <p:nvCxnSpPr>
          <p:cNvPr id="55" name="Connecteur droit 11"/>
          <p:cNvCxnSpPr/>
          <p:nvPr/>
        </p:nvCxnSpPr>
        <p:spPr>
          <a:xfrm>
            <a:off x="0" y="145440"/>
            <a:ext cx="12192480" cy="720"/>
          </a:xfrm>
          <a:prstGeom prst="straightConnector1">
            <a:avLst/>
          </a:prstGeom>
          <a:ln w="0">
            <a:solidFill>
              <a:srgbClr val="FFFFFF"/>
            </a:solidFill>
          </a:ln>
        </p:spPr>
      </p:cxnSp>
      <p:cxnSp>
        <p:nvCxnSpPr>
          <p:cNvPr id="56" name="Connecteur droit 12"/>
          <p:cNvCxnSpPr/>
          <p:nvPr/>
        </p:nvCxnSpPr>
        <p:spPr>
          <a:xfrm>
            <a:off x="12033360" y="-6480"/>
            <a:ext cx="720" cy="6851520"/>
          </a:xfrm>
          <a:prstGeom prst="straightConnector1">
            <a:avLst/>
          </a:prstGeom>
          <a:ln w="0">
            <a:solidFill>
              <a:srgbClr val="FFFFFF"/>
            </a:solidFill>
          </a:ln>
        </p:spPr>
      </p:cxnSp>
      <p:cxnSp>
        <p:nvCxnSpPr>
          <p:cNvPr id="57" name="Connecteur droit 5"/>
          <p:cNvCxnSpPr/>
          <p:nvPr/>
        </p:nvCxnSpPr>
        <p:spPr>
          <a:xfrm>
            <a:off x="0" y="6253560"/>
            <a:ext cx="12192480" cy="720"/>
          </a:xfrm>
          <a:prstGeom prst="straightConnector1">
            <a:avLst/>
          </a:prstGeom>
          <a:ln w="0">
            <a:solidFill>
              <a:srgbClr val="FFFFFF"/>
            </a:solidFill>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tion">
    <p:bg>
      <p:bgPr>
        <a:solidFill>
          <a:srgbClr val="FFFFFF"/>
        </a:solidFill>
      </p:bgPr>
    </p:bg>
    <p:spTree>
      <p:nvGrpSpPr>
        <p:cNvPr id="1" name=""/>
        <p:cNvGrpSpPr/>
        <p:nvPr/>
      </p:nvGrpSpPr>
      <p:grpSpPr>
        <a:xfrm>
          <a:off x="0" y="0"/>
          <a:ext cx="0" cy="0"/>
          <a:chOff x="0" y="0"/>
          <a:chExt cx="0" cy="0"/>
        </a:xfrm>
      </p:grpSpPr>
      <p:pic>
        <p:nvPicPr>
          <p:cNvPr id="58" name="Image 6"/>
          <p:cNvPicPr/>
          <p:nvPr/>
        </p:nvPicPr>
        <p:blipFill>
          <a:blip r:embed="rId2"/>
          <a:srcRect l="0" t="9549" r="0" b="9549"/>
          <a:stretch/>
        </p:blipFill>
        <p:spPr>
          <a:xfrm>
            <a:off x="2668320" y="6262920"/>
            <a:ext cx="9523080" cy="601200"/>
          </a:xfrm>
          <a:prstGeom prst="rect">
            <a:avLst/>
          </a:prstGeom>
          <a:noFill/>
          <a:ln w="0">
            <a:noFill/>
          </a:ln>
        </p:spPr>
      </p:pic>
      <p:sp>
        <p:nvSpPr>
          <p:cNvPr id="5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0" name="Image 10"/>
          <p:cNvPicPr/>
          <p:nvPr/>
        </p:nvPicPr>
        <p:blipFill>
          <a:blip r:embed="rId3"/>
          <a:stretch/>
        </p:blipFill>
        <p:spPr>
          <a:xfrm>
            <a:off x="756720" y="6449760"/>
            <a:ext cx="908280" cy="238680"/>
          </a:xfrm>
          <a:prstGeom prst="rect">
            <a:avLst/>
          </a:prstGeom>
          <a:noFill/>
          <a:ln w="0">
            <a:noFill/>
          </a:ln>
        </p:spPr>
      </p:pic>
      <p:cxnSp>
        <p:nvCxnSpPr>
          <p:cNvPr id="61" name="Connecteur droit 11"/>
          <p:cNvCxnSpPr/>
          <p:nvPr/>
        </p:nvCxnSpPr>
        <p:spPr>
          <a:xfrm>
            <a:off x="0" y="145440"/>
            <a:ext cx="12192480" cy="720"/>
          </a:xfrm>
          <a:prstGeom prst="straightConnector1">
            <a:avLst/>
          </a:prstGeom>
          <a:ln w="0">
            <a:solidFill>
              <a:srgbClr val="E7E6E6"/>
            </a:solidFill>
          </a:ln>
        </p:spPr>
      </p:cxnSp>
      <p:cxnSp>
        <p:nvCxnSpPr>
          <p:cNvPr id="62" name="Connecteur droit 12"/>
          <p:cNvCxnSpPr/>
          <p:nvPr/>
        </p:nvCxnSpPr>
        <p:spPr>
          <a:xfrm>
            <a:off x="12033360" y="-6480"/>
            <a:ext cx="720" cy="6851520"/>
          </a:xfrm>
          <a:prstGeom prst="straightConnector1">
            <a:avLst/>
          </a:prstGeom>
          <a:ln w="0">
            <a:solidFill>
              <a:srgbClr val="E7E6E6"/>
            </a:solidFill>
          </a:ln>
        </p:spPr>
      </p:cxnSp>
      <p:cxnSp>
        <p:nvCxnSpPr>
          <p:cNvPr id="63" name="Connecteur droit 13"/>
          <p:cNvCxnSpPr/>
          <p:nvPr/>
        </p:nvCxnSpPr>
        <p:spPr>
          <a:xfrm>
            <a:off x="2668320" y="6255720"/>
            <a:ext cx="720" cy="596160"/>
          </a:xfrm>
          <a:prstGeom prst="straightConnector1">
            <a:avLst/>
          </a:prstGeom>
          <a:ln w="0">
            <a:solidFill>
              <a:srgbClr val="E7E6E6"/>
            </a:solidFill>
          </a:ln>
        </p:spPr>
      </p:cxnSp>
      <p:sp>
        <p:nvSpPr>
          <p:cNvPr id="6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F9E142E7-8749-4DAC-B5EC-EF7617A127E1}" type="slidenum">
              <a:rPr lang="fr-FR" sz="1050" b="0" u="none" strike="noStrike">
                <a:solidFill>
                  <a:schemeClr val="lt1"/>
                </a:solidFill>
                <a:effectLst/>
                <a:uFillTx/>
                <a:latin typeface="Roboto"/>
                <a:ea typeface="Roboto"/>
              </a:rPr>
              <a:t>1</a:t>
            </a:fld>
            <a:endParaRPr lang="en-US" sz="1050" b="0" u="none" strike="noStrike">
              <a:solidFill>
                <a:srgbClr val="000000"/>
              </a:solidFill>
              <a:effectLst/>
              <a:uFillTx/>
              <a:latin typeface="Arial"/>
            </a:endParaRPr>
          </a:p>
        </p:txBody>
      </p:sp>
      <p:cxnSp>
        <p:nvCxnSpPr>
          <p:cNvPr id="65" name="Connecteur droit 15"/>
          <p:cNvCxnSpPr/>
          <p:nvPr/>
        </p:nvCxnSpPr>
        <p:spPr>
          <a:xfrm>
            <a:off x="0" y="6254640"/>
            <a:ext cx="12192480" cy="720"/>
          </a:xfrm>
          <a:prstGeom prst="straightConnector1">
            <a:avLst/>
          </a:prstGeom>
          <a:ln w="0">
            <a:solidFill>
              <a:srgbClr val="FFFFFF"/>
            </a:solidFill>
          </a:ln>
        </p:spPr>
      </p:cxnSp>
      <p:pic>
        <p:nvPicPr>
          <p:cNvPr id="66" name="Image 8"/>
          <p:cNvPicPr/>
          <p:nvPr/>
        </p:nvPicPr>
        <p:blipFill>
          <a:blip r:embed="rId4">
            <a:alphaModFix amt="50000"/>
          </a:blip>
          <a:srcRect l="0" t="4304" r="0" b="4304"/>
          <a:stretch/>
        </p:blipFill>
        <p:spPr>
          <a:xfrm>
            <a:off x="0" y="-6840"/>
            <a:ext cx="12191400" cy="6266880"/>
          </a:xfrm>
          <a:prstGeom prst="rect">
            <a:avLst/>
          </a:prstGeom>
          <a:noFill/>
          <a:ln w="0">
            <a:noFill/>
          </a:ln>
        </p:spPr>
      </p:pic>
      <p:grpSp>
        <p:nvGrpSpPr>
          <p:cNvPr id="67" name="Groupe 6"/>
          <p:cNvGrpSpPr/>
          <p:nvPr/>
        </p:nvGrpSpPr>
        <p:grpSpPr>
          <a:xfrm>
            <a:off x="0" y="-16200"/>
            <a:ext cx="12191400" cy="6270120"/>
            <a:chOff x="0" y="-16200"/>
            <a:chExt cx="12191400" cy="6270120"/>
          </a:xfrm>
        </p:grpSpPr>
        <p:sp>
          <p:nvSpPr>
            <p:cNvPr id="68" name="Rectangle 7"/>
            <p:cNvSpPr/>
            <p:nvPr/>
          </p:nvSpPr>
          <p:spPr>
            <a:xfrm flipV="1">
              <a:off x="12033360" y="136080"/>
              <a:ext cx="157680" cy="611784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69" name="Rectangle 10"/>
            <p:cNvSpPr/>
            <p:nvPr/>
          </p:nvSpPr>
          <p:spPr>
            <a:xfrm flipV="1">
              <a:off x="0" y="-1620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70" name="ZoneTexte 9"/>
          <p:cNvSpPr/>
          <p:nvPr/>
        </p:nvSpPr>
        <p:spPr>
          <a:xfrm>
            <a:off x="930240" y="-1927080"/>
            <a:ext cx="1449000" cy="9325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50000" b="0" u="none" strike="noStrike">
                <a:solidFill>
                  <a:schemeClr val="accent4">
                    <a:lumMod val="20000"/>
                    <a:lumOff val="80000"/>
                  </a:schemeClr>
                </a:solidFill>
                <a:effectLst/>
                <a:uFillTx/>
                <a:latin typeface="Roboto"/>
                <a:ea typeface="Roboto"/>
              </a:rPr>
              <a:t>‶ </a:t>
            </a:r>
            <a:r>
              <a:rPr lang="fr-FR" sz="60000" b="0" u="none" strike="noStrike">
                <a:solidFill>
                  <a:schemeClr val="accent1"/>
                </a:solidFill>
                <a:effectLst/>
                <a:uFillTx/>
                <a:latin typeface="Roboto"/>
                <a:ea typeface="Roboto"/>
              </a:rPr>
              <a:t>                             </a:t>
            </a:r>
            <a:endParaRPr lang="en-US" sz="60000" b="0" u="none" strike="noStrike">
              <a:solidFill>
                <a:srgbClr val="000000"/>
              </a:solidFill>
              <a:effectLst/>
              <a:uFillTx/>
              <a:latin typeface="Arial"/>
            </a:endParaRPr>
          </a:p>
        </p:txBody>
      </p:sp>
      <p:sp>
        <p:nvSpPr>
          <p:cNvPr id="71" name="PlaceHolder 1"/>
          <p:cNvSpPr>
            <a:spLocks noGrp="1"/>
          </p:cNvSpPr>
          <p:nvPr>
            <p:ph type="title" hasCustomPrompt="1"/>
          </p:nvPr>
        </p:nvSpPr>
        <p:spPr>
          <a:xfrm>
            <a:off x="831960" y="880200"/>
            <a:ext cx="10514880" cy="468576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3200" b="0" i="1" u="none" strike="noStrike">
                <a:solidFill>
                  <a:schemeClr val="dk2"/>
                </a:solidFill>
                <a:effectLst/>
                <a:uFillTx/>
                <a:latin typeface="Roboto Light"/>
                <a:ea typeface="Roboto Light"/>
              </a:defRPr>
            </a:lvl1pPr>
          </a:lstStyle>
          <a:p>
            <a:pPr indent="0" algn="l" defTabSz="914400">
              <a:lnSpc>
                <a:spcPct val="90000"/>
              </a:lnSpc>
              <a:buNone/>
              <a:tabLst>
                <a:tab pos="0" algn="l"/>
              </a:tabLst>
            </a:pPr>
            <a:r>
              <a:rPr lang="fr-FR" sz="3200" b="0" i="1" u="none" strike="noStrike">
                <a:solidFill>
                  <a:schemeClr val="dk2"/>
                </a:solidFill>
                <a:effectLst/>
                <a:uFillTx/>
                <a:latin typeface="Roboto Light"/>
                <a:ea typeface="Roboto Light"/>
              </a:rPr>
              <a:t>« Exergue ou citation sum, odit est aut landeliqui de non consent, off perchit ea coremod laborem ipte comnihiliam etorest ratuis auc videm ponfec occi potides imure, co es et Catisqui se qui concupplica, les es viverfe rterore vivente ne priori publiam. »</a:t>
            </a:r>
            <a:endParaRPr lang="fr-FR" sz="3200" b="0" i="1" u="none" strike="noStrike">
              <a:solidFill>
                <a:schemeClr val="dk2"/>
              </a:solidFill>
              <a:effectLst/>
              <a:uFillTx/>
              <a:latin typeface="Roboto Light"/>
            </a:endParaRPr>
          </a:p>
        </p:txBody>
      </p:sp>
      <p:sp>
        <p:nvSpPr>
          <p:cNvPr id="72" name="PlaceHolder 2"/>
          <p:cNvSpPr>
            <a:spLocks noGrp="1"/>
          </p:cNvSpPr>
          <p:nvPr>
            <p:ph type="ftr" idx="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cxnSp>
        <p:nvCxnSpPr>
          <p:cNvPr id="73" name="Connecteur droit 4"/>
          <p:cNvCxnSpPr/>
          <p:nvPr/>
        </p:nvCxnSpPr>
        <p:spPr>
          <a:xfrm>
            <a:off x="0" y="6255720"/>
            <a:ext cx="12192480" cy="720"/>
          </a:xfrm>
          <a:prstGeom prst="straightConnector1">
            <a:avLst/>
          </a:prstGeom>
          <a:ln w="0">
            <a:solidFill>
              <a:srgbClr val="FFFFFF"/>
            </a:solidFill>
          </a:ln>
        </p:spPr>
      </p:cxnSp>
      <p:cxnSp>
        <p:nvCxnSpPr>
          <p:cNvPr id="74" name="Connecteur droit 2"/>
          <p:cNvCxnSpPr/>
          <p:nvPr/>
        </p:nvCxnSpPr>
        <p:spPr>
          <a:xfrm>
            <a:off x="0" y="145440"/>
            <a:ext cx="12192480" cy="720"/>
          </a:xfrm>
          <a:prstGeom prst="straightConnector1">
            <a:avLst/>
          </a:prstGeom>
          <a:ln w="0">
            <a:solidFill>
              <a:srgbClr val="E7E6E6"/>
            </a:solidFill>
          </a:ln>
        </p:spPr>
      </p:cxnSp>
      <p:cxnSp>
        <p:nvCxnSpPr>
          <p:cNvPr id="75" name="Connecteur droit 5"/>
          <p:cNvCxnSpPr/>
          <p:nvPr/>
        </p:nvCxnSpPr>
        <p:spPr>
          <a:xfrm>
            <a:off x="12033360" y="-6480"/>
            <a:ext cx="720" cy="6851520"/>
          </a:xfrm>
          <a:prstGeom prst="straightConnector1">
            <a:avLst/>
          </a:prstGeom>
          <a:ln w="0">
            <a:solidFill>
              <a:srgbClr val="E7E6E6"/>
            </a:solidFill>
          </a:ln>
        </p:spPr>
      </p:cxn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ynthèse / conclusion">
    <p:bg>
      <p:bgPr>
        <a:solidFill>
          <a:srgbClr val="FFFFFF"/>
        </a:solidFill>
      </p:bgPr>
    </p:bg>
    <p:spTree>
      <p:nvGrpSpPr>
        <p:cNvPr id="1" name=""/>
        <p:cNvGrpSpPr/>
        <p:nvPr/>
      </p:nvGrpSpPr>
      <p:grpSpPr>
        <a:xfrm>
          <a:off x="0" y="0"/>
          <a:ext cx="0" cy="0"/>
          <a:chOff x="0" y="0"/>
          <a:chExt cx="0" cy="0"/>
        </a:xfrm>
      </p:grpSpPr>
      <p:pic>
        <p:nvPicPr>
          <p:cNvPr id="76" name="Image 6"/>
          <p:cNvPicPr/>
          <p:nvPr/>
        </p:nvPicPr>
        <p:blipFill>
          <a:blip r:embed="rId2"/>
          <a:srcRect l="0" t="9549" r="0" b="9549"/>
          <a:stretch/>
        </p:blipFill>
        <p:spPr>
          <a:xfrm>
            <a:off x="2668320" y="6262920"/>
            <a:ext cx="9523080" cy="601200"/>
          </a:xfrm>
          <a:prstGeom prst="rect">
            <a:avLst/>
          </a:prstGeom>
          <a:noFill/>
          <a:ln w="0">
            <a:noFill/>
          </a:ln>
        </p:spPr>
      </p:pic>
      <p:sp>
        <p:nvSpPr>
          <p:cNvPr id="77"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8" name="Image 10"/>
          <p:cNvPicPr/>
          <p:nvPr/>
        </p:nvPicPr>
        <p:blipFill>
          <a:blip r:embed="rId3"/>
          <a:stretch/>
        </p:blipFill>
        <p:spPr>
          <a:xfrm>
            <a:off x="756720" y="6449760"/>
            <a:ext cx="908280" cy="238680"/>
          </a:xfrm>
          <a:prstGeom prst="rect">
            <a:avLst/>
          </a:prstGeom>
          <a:noFill/>
          <a:ln w="0">
            <a:noFill/>
          </a:ln>
        </p:spPr>
      </p:pic>
      <p:cxnSp>
        <p:nvCxnSpPr>
          <p:cNvPr id="79" name="Connecteur droit 11"/>
          <p:cNvCxnSpPr/>
          <p:nvPr/>
        </p:nvCxnSpPr>
        <p:spPr>
          <a:xfrm>
            <a:off x="0" y="145440"/>
            <a:ext cx="12192480" cy="720"/>
          </a:xfrm>
          <a:prstGeom prst="straightConnector1">
            <a:avLst/>
          </a:prstGeom>
          <a:ln w="0">
            <a:solidFill>
              <a:srgbClr val="E7E6E6"/>
            </a:solidFill>
          </a:ln>
        </p:spPr>
      </p:cxnSp>
      <p:cxnSp>
        <p:nvCxnSpPr>
          <p:cNvPr id="80" name="Connecteur droit 12"/>
          <p:cNvCxnSpPr/>
          <p:nvPr/>
        </p:nvCxnSpPr>
        <p:spPr>
          <a:xfrm>
            <a:off x="12033360" y="-6480"/>
            <a:ext cx="720" cy="6851520"/>
          </a:xfrm>
          <a:prstGeom prst="straightConnector1">
            <a:avLst/>
          </a:prstGeom>
          <a:ln w="0">
            <a:solidFill>
              <a:srgbClr val="E7E6E6"/>
            </a:solidFill>
          </a:ln>
        </p:spPr>
      </p:cxnSp>
      <p:cxnSp>
        <p:nvCxnSpPr>
          <p:cNvPr id="81" name="Connecteur droit 13"/>
          <p:cNvCxnSpPr/>
          <p:nvPr/>
        </p:nvCxnSpPr>
        <p:spPr>
          <a:xfrm>
            <a:off x="2668320" y="6255720"/>
            <a:ext cx="720" cy="596160"/>
          </a:xfrm>
          <a:prstGeom prst="straightConnector1">
            <a:avLst/>
          </a:prstGeom>
          <a:ln w="0">
            <a:solidFill>
              <a:srgbClr val="E7E6E6"/>
            </a:solidFill>
          </a:ln>
        </p:spPr>
      </p:cxnSp>
      <p:sp>
        <p:nvSpPr>
          <p:cNvPr id="82"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639C466-2108-4AFE-B921-8DA7CF209728}" type="slidenum">
              <a:rPr lang="fr-FR" sz="1050" b="0" u="none" strike="noStrike">
                <a:solidFill>
                  <a:schemeClr val="lt1"/>
                </a:solidFill>
                <a:effectLst/>
                <a:uFillTx/>
                <a:latin typeface="Roboto"/>
                <a:ea typeface="Roboto"/>
              </a:rPr>
              <a:t>1</a:t>
            </a:fld>
            <a:endParaRPr lang="en-US" sz="1050" b="0" u="none" strike="noStrike">
              <a:solidFill>
                <a:srgbClr val="000000"/>
              </a:solidFill>
              <a:effectLst/>
              <a:uFillTx/>
              <a:latin typeface="Arial"/>
            </a:endParaRPr>
          </a:p>
        </p:txBody>
      </p:sp>
      <p:cxnSp>
        <p:nvCxnSpPr>
          <p:cNvPr id="83" name="Connecteur droit 15"/>
          <p:cNvCxnSpPr/>
          <p:nvPr/>
        </p:nvCxnSpPr>
        <p:spPr>
          <a:xfrm>
            <a:off x="0" y="6254640"/>
            <a:ext cx="12192480" cy="720"/>
          </a:xfrm>
          <a:prstGeom prst="straightConnector1">
            <a:avLst/>
          </a:prstGeom>
          <a:ln w="0">
            <a:solidFill>
              <a:srgbClr val="FFFFFF"/>
            </a:solidFill>
          </a:ln>
        </p:spPr>
      </p:cxnSp>
      <p:pic>
        <p:nvPicPr>
          <p:cNvPr id="84" name="Image 6"/>
          <p:cNvPicPr/>
          <p:nvPr/>
        </p:nvPicPr>
        <p:blipFill>
          <a:blip r:embed="rId4">
            <a:alphaModFix amt="20000"/>
          </a:blip>
          <a:srcRect l="0" t="4304" r="0" b="4304"/>
          <a:stretch/>
        </p:blipFill>
        <p:spPr>
          <a:xfrm>
            <a:off x="0" y="-6840"/>
            <a:ext cx="12191400" cy="6266880"/>
          </a:xfrm>
          <a:prstGeom prst="rect">
            <a:avLst/>
          </a:prstGeom>
          <a:noFill/>
          <a:ln w="0">
            <a:noFill/>
          </a:ln>
        </p:spPr>
      </p:pic>
      <p:grpSp>
        <p:nvGrpSpPr>
          <p:cNvPr id="85" name="Groupe 7"/>
          <p:cNvGrpSpPr/>
          <p:nvPr/>
        </p:nvGrpSpPr>
        <p:grpSpPr>
          <a:xfrm>
            <a:off x="0" y="-16200"/>
            <a:ext cx="12191400" cy="6270120"/>
            <a:chOff x="0" y="-16200"/>
            <a:chExt cx="12191400" cy="6270120"/>
          </a:xfrm>
        </p:grpSpPr>
        <p:sp>
          <p:nvSpPr>
            <p:cNvPr id="86" name="Rectangle 8"/>
            <p:cNvSpPr/>
            <p:nvPr/>
          </p:nvSpPr>
          <p:spPr>
            <a:xfrm flipV="1">
              <a:off x="12033360" y="136080"/>
              <a:ext cx="157680" cy="611784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87" name="Rectangle 9"/>
            <p:cNvSpPr/>
            <p:nvPr/>
          </p:nvSpPr>
          <p:spPr>
            <a:xfrm flipV="1">
              <a:off x="0" y="-1620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88" name="PlaceHolder 1"/>
          <p:cNvSpPr>
            <a:spLocks noGrp="1"/>
          </p:cNvSpPr>
          <p:nvPr>
            <p:ph type="title" hasCustomPrompt="1"/>
          </p:nvPr>
        </p:nvSpPr>
        <p:spPr>
          <a:xfrm>
            <a:off x="831960" y="2144520"/>
            <a:ext cx="10514880" cy="3428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2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200" b="0" u="none" strike="noStrike">
                <a:solidFill>
                  <a:schemeClr val="dk2"/>
                </a:solidFill>
                <a:effectLst/>
                <a:uFillTx/>
                <a:latin typeface="Roboto Black"/>
                <a:ea typeface="Roboto Black"/>
              </a:rPr>
              <a:t>Exergue ou citation sum, odit est aut landeliqui de non consent, off perchit ea coremod laborem ipte comnihiliam etorest ratuis auc videm ponfec occi potides imure, co es et Catisqui se qui concupplica, les es viverfe rterore vivente ne priori publiam.</a:t>
            </a:r>
            <a:endParaRPr lang="fr-FR" sz="3200" b="0" u="none" strike="noStrike">
              <a:solidFill>
                <a:schemeClr val="dk2"/>
              </a:solidFill>
              <a:effectLst/>
              <a:uFillTx/>
              <a:latin typeface="Roboto Black"/>
            </a:endParaRPr>
          </a:p>
        </p:txBody>
      </p:sp>
      <p:sp>
        <p:nvSpPr>
          <p:cNvPr id="89" name="PlaceHolder 2"/>
          <p:cNvSpPr>
            <a:spLocks noGrp="1"/>
          </p:cNvSpPr>
          <p:nvPr>
            <p:ph type="ftr" idx="4"/>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cxnSp>
        <p:nvCxnSpPr>
          <p:cNvPr id="90" name="Connecteur droit 4"/>
          <p:cNvCxnSpPr/>
          <p:nvPr/>
        </p:nvCxnSpPr>
        <p:spPr>
          <a:xfrm>
            <a:off x="0" y="6255720"/>
            <a:ext cx="12192480" cy="720"/>
          </a:xfrm>
          <a:prstGeom prst="straightConnector1">
            <a:avLst/>
          </a:prstGeom>
          <a:ln w="0">
            <a:solidFill>
              <a:srgbClr val="FFFFFF"/>
            </a:solidFill>
          </a:ln>
        </p:spPr>
      </p:cxnSp>
      <p:sp>
        <p:nvSpPr>
          <p:cNvPr id="91" name="PlaceHolder 3"/>
          <p:cNvSpPr>
            <a:spLocks noGrp="1"/>
          </p:cNvSpPr>
          <p:nvPr>
            <p:ph type="body" hasCustomPrompt="1"/>
          </p:nvPr>
        </p:nvSpPr>
        <p:spPr>
          <a:xfrm>
            <a:off x="831960" y="957240"/>
            <a:ext cx="10514880" cy="979560"/>
          </a:xfrm>
          <a:prstGeom prst="rect">
            <a:avLst/>
          </a:prstGeom>
          <a:noFill/>
          <a:ln w="0">
            <a:noFill/>
          </a:ln>
        </p:spPr>
        <p:txBody>
          <a:bodyPr lIns="91440" tIns="45720" rIns="91440" bIns="45720" anchor="b">
            <a:normAutofit/>
          </a:bodyPr>
          <a:lstStyle>
            <a:lvl1pPr indent="0" algn="l" defTabSz="914400">
              <a:lnSpc>
                <a:spcPct val="120000"/>
              </a:lnSpc>
              <a:spcBef>
                <a:spcPts val="1001"/>
              </a:spcBef>
              <a:buNone/>
              <a:tabLst>
                <a:tab pos="0" algn="l"/>
              </a:tabLst>
              <a:defRPr lang="fr-FR" sz="2000" b="0" u="none" strike="noStrike">
                <a:solidFill>
                  <a:schemeClr val="accent1"/>
                </a:solidFill>
                <a:effectLst/>
                <a:uFillTx/>
                <a:latin typeface="Roboto Light"/>
                <a:ea typeface="Roboto Light"/>
              </a:defRPr>
            </a:lvl1pPr>
          </a:lstStyle>
          <a:p>
            <a:pPr indent="0" algn="l" defTabSz="914400">
              <a:lnSpc>
                <a:spcPct val="120000"/>
              </a:lnSpc>
              <a:spcBef>
                <a:spcPts val="1001"/>
              </a:spcBef>
              <a:buNone/>
              <a:tabLst>
                <a:tab pos="0" algn="l"/>
              </a:tabLst>
            </a:pPr>
            <a:r>
              <a:rPr lang="fr-FR" sz="2000" b="0" u="none" strike="noStrike">
                <a:solidFill>
                  <a:schemeClr val="accent1"/>
                </a:solidFill>
                <a:effectLst/>
                <a:uFillTx/>
                <a:latin typeface="Roboto Light"/>
                <a:ea typeface="Roboto Light"/>
              </a:rPr>
              <a:t>Ceci est un sur titre</a:t>
            </a:r>
            <a:endParaRPr lang="fr-FR" sz="2000" b="0" u="none" strike="noStrike">
              <a:solidFill>
                <a:schemeClr val="accent1"/>
              </a:solidFill>
              <a:effectLst/>
              <a:uFillTx/>
              <a:latin typeface="Roboto Light"/>
            </a:endParaRPr>
          </a:p>
        </p:txBody>
      </p:sp>
      <p:cxnSp>
        <p:nvCxnSpPr>
          <p:cNvPr id="92" name="Connecteur droit 2"/>
          <p:cNvCxnSpPr/>
          <p:nvPr/>
        </p:nvCxnSpPr>
        <p:spPr>
          <a:xfrm>
            <a:off x="0" y="145440"/>
            <a:ext cx="12192480" cy="720"/>
          </a:xfrm>
          <a:prstGeom prst="straightConnector1">
            <a:avLst/>
          </a:prstGeom>
          <a:ln w="0">
            <a:solidFill>
              <a:srgbClr val="E7E6E6"/>
            </a:solidFill>
          </a:ln>
        </p:spPr>
      </p:cxnSp>
      <p:cxnSp>
        <p:nvCxnSpPr>
          <p:cNvPr id="93" name="Connecteur droit 5"/>
          <p:cNvCxnSpPr/>
          <p:nvPr/>
        </p:nvCxnSpPr>
        <p:spPr>
          <a:xfrm>
            <a:off x="12033360" y="-6480"/>
            <a:ext cx="720" cy="6851520"/>
          </a:xfrm>
          <a:prstGeom prst="straightConnector1">
            <a:avLst/>
          </a:prstGeom>
          <a:ln w="0">
            <a:solidFill>
              <a:srgbClr val="E7E6E6"/>
            </a:solidFill>
          </a:ln>
        </p:spPr>
      </p:cxn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d'arrière plan + Titre et contenu">
    <p:bg>
      <p:bgPr>
        <a:solidFill>
          <a:srgbClr val="FFFFFF"/>
        </a:solidFill>
      </p:bgPr>
    </p:bg>
    <p:spTree>
      <p:nvGrpSpPr>
        <p:cNvPr id="1" name=""/>
        <p:cNvGrpSpPr/>
        <p:nvPr/>
      </p:nvGrpSpPr>
      <p:grpSpPr>
        <a:xfrm>
          <a:off x="0" y="0"/>
          <a:ext cx="0" cy="0"/>
          <a:chOff x="0" y="0"/>
          <a:chExt cx="0" cy="0"/>
        </a:xfrm>
      </p:grpSpPr>
      <p:pic>
        <p:nvPicPr>
          <p:cNvPr id="172" name="Image 6"/>
          <p:cNvPicPr/>
          <p:nvPr/>
        </p:nvPicPr>
        <p:blipFill>
          <a:blip r:embed="rId2"/>
          <a:srcRect l="0" t="9549" r="0" b="9549"/>
          <a:stretch/>
        </p:blipFill>
        <p:spPr>
          <a:xfrm>
            <a:off x="2668320" y="6262920"/>
            <a:ext cx="9523080" cy="601200"/>
          </a:xfrm>
          <a:prstGeom prst="rect">
            <a:avLst/>
          </a:prstGeom>
          <a:noFill/>
          <a:ln w="0">
            <a:noFill/>
          </a:ln>
        </p:spPr>
      </p:pic>
      <p:sp>
        <p:nvSpPr>
          <p:cNvPr id="17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74" name="Image 10"/>
          <p:cNvPicPr/>
          <p:nvPr/>
        </p:nvPicPr>
        <p:blipFill>
          <a:blip r:embed="rId3"/>
          <a:stretch/>
        </p:blipFill>
        <p:spPr>
          <a:xfrm>
            <a:off x="756720" y="6449760"/>
            <a:ext cx="908280" cy="238680"/>
          </a:xfrm>
          <a:prstGeom prst="rect">
            <a:avLst/>
          </a:prstGeom>
          <a:noFill/>
          <a:ln w="0">
            <a:noFill/>
          </a:ln>
        </p:spPr>
      </p:pic>
      <p:cxnSp>
        <p:nvCxnSpPr>
          <p:cNvPr id="175" name="Connecteur droit 11"/>
          <p:cNvCxnSpPr/>
          <p:nvPr/>
        </p:nvCxnSpPr>
        <p:spPr>
          <a:xfrm>
            <a:off x="0" y="145440"/>
            <a:ext cx="12192480" cy="720"/>
          </a:xfrm>
          <a:prstGeom prst="straightConnector1">
            <a:avLst/>
          </a:prstGeom>
          <a:ln w="0">
            <a:solidFill>
              <a:srgbClr val="E7E6E6"/>
            </a:solidFill>
          </a:ln>
        </p:spPr>
      </p:cxnSp>
      <p:cxnSp>
        <p:nvCxnSpPr>
          <p:cNvPr id="176" name="Connecteur droit 12"/>
          <p:cNvCxnSpPr/>
          <p:nvPr/>
        </p:nvCxnSpPr>
        <p:spPr>
          <a:xfrm>
            <a:off x="12033360" y="-6480"/>
            <a:ext cx="720" cy="6851520"/>
          </a:xfrm>
          <a:prstGeom prst="straightConnector1">
            <a:avLst/>
          </a:prstGeom>
          <a:ln w="0">
            <a:solidFill>
              <a:srgbClr val="E7E6E6"/>
            </a:solidFill>
          </a:ln>
        </p:spPr>
      </p:cxnSp>
      <p:cxnSp>
        <p:nvCxnSpPr>
          <p:cNvPr id="177" name="Connecteur droit 13"/>
          <p:cNvCxnSpPr/>
          <p:nvPr/>
        </p:nvCxnSpPr>
        <p:spPr>
          <a:xfrm>
            <a:off x="2668320" y="6255720"/>
            <a:ext cx="720" cy="596160"/>
          </a:xfrm>
          <a:prstGeom prst="straightConnector1">
            <a:avLst/>
          </a:prstGeom>
          <a:ln w="0">
            <a:solidFill>
              <a:srgbClr val="E7E6E6"/>
            </a:solidFill>
          </a:ln>
        </p:spPr>
      </p:cxnSp>
      <p:sp>
        <p:nvSpPr>
          <p:cNvPr id="17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0B97EFE-8AF7-4CC7-B869-EF793F1C0DC8}"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79" name="Connecteur droit 15"/>
          <p:cNvCxnSpPr/>
          <p:nvPr/>
        </p:nvCxnSpPr>
        <p:spPr>
          <a:xfrm>
            <a:off x="0" y="6254640"/>
            <a:ext cx="12192480" cy="720"/>
          </a:xfrm>
          <a:prstGeom prst="straightConnector1">
            <a:avLst/>
          </a:prstGeom>
          <a:ln w="0">
            <a:solidFill>
              <a:srgbClr val="FFFFFF"/>
            </a:solidFill>
          </a:ln>
        </p:spPr>
      </p:cxnSp>
      <p:sp>
        <p:nvSpPr>
          <p:cNvPr id="180" name="PlaceHolder 1"/>
          <p:cNvSpPr>
            <a:spLocks noGrp="1"/>
          </p:cNvSpPr>
          <p:nvPr>
            <p:ph type="body"/>
          </p:nvPr>
        </p:nvSpPr>
        <p:spPr>
          <a:xfrm>
            <a:off x="0" y="0"/>
            <a:ext cx="12191400" cy="6252480"/>
          </a:xfrm>
          <a:prstGeom prst="rect">
            <a:avLst/>
          </a:prstGeom>
          <a:solidFill>
            <a:schemeClr val="lt1"/>
          </a:solid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181" name="PlaceHolder 2"/>
          <p:cNvSpPr>
            <a:spLocks noGrp="1"/>
          </p:cNvSpPr>
          <p:nvPr>
            <p:ph type="body"/>
          </p:nvPr>
        </p:nvSpPr>
        <p:spPr>
          <a:xfrm>
            <a:off x="838080" y="2144880"/>
            <a:ext cx="10514880" cy="352188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grpSp>
        <p:nvGrpSpPr>
          <p:cNvPr id="182" name="Groupe 6"/>
          <p:cNvGrpSpPr/>
          <p:nvPr/>
        </p:nvGrpSpPr>
        <p:grpSpPr>
          <a:xfrm>
            <a:off x="0" y="8280"/>
            <a:ext cx="12191400" cy="6243480"/>
            <a:chOff x="0" y="8280"/>
            <a:chExt cx="12191400" cy="6243480"/>
          </a:xfrm>
        </p:grpSpPr>
        <p:sp>
          <p:nvSpPr>
            <p:cNvPr id="183" name="Rectangle 7"/>
            <p:cNvSpPr/>
            <p:nvPr/>
          </p:nvSpPr>
          <p:spPr>
            <a:xfrm flipV="1">
              <a:off x="12033360" y="161280"/>
              <a:ext cx="157680" cy="609048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184" name="Rectangle 8"/>
            <p:cNvSpPr/>
            <p:nvPr/>
          </p:nvSpPr>
          <p:spPr>
            <a:xfrm flipV="1">
              <a:off x="0" y="792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185" name="PlaceHolder 3"/>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186" name="PlaceHolder 4"/>
          <p:cNvSpPr>
            <a:spLocks noGrp="1"/>
          </p:cNvSpPr>
          <p:nvPr>
            <p:ph type="ftr" idx="15"/>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187" name="Connecteur droit 9"/>
          <p:cNvCxnSpPr/>
          <p:nvPr/>
        </p:nvCxnSpPr>
        <p:spPr>
          <a:xfrm>
            <a:off x="0" y="170640"/>
            <a:ext cx="12192480" cy="720"/>
          </a:xfrm>
          <a:prstGeom prst="straightConnector1">
            <a:avLst/>
          </a:prstGeom>
          <a:ln w="0">
            <a:solidFill>
              <a:srgbClr val="E7E6E6"/>
            </a:solidFill>
          </a:ln>
        </p:spPr>
      </p:cxnSp>
      <p:cxnSp>
        <p:nvCxnSpPr>
          <p:cNvPr id="188" name="Connecteur droit 10"/>
          <p:cNvCxnSpPr/>
          <p:nvPr/>
        </p:nvCxnSpPr>
        <p:spPr>
          <a:xfrm>
            <a:off x="12033360" y="18000"/>
            <a:ext cx="720" cy="6852240"/>
          </a:xfrm>
          <a:prstGeom prst="straightConnector1">
            <a:avLst/>
          </a:prstGeom>
          <a:ln w="0">
            <a:solidFill>
              <a:srgbClr val="E7E6E6"/>
            </a:solidFill>
          </a:ln>
        </p:spPr>
      </p:cxn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seul">
    <p:bg>
      <p:bgPr>
        <a:solidFill>
          <a:srgbClr val="FFFFFF"/>
        </a:solidFill>
      </p:bgPr>
    </p:bg>
    <p:spTree>
      <p:nvGrpSpPr>
        <p:cNvPr id="1" name=""/>
        <p:cNvGrpSpPr/>
        <p:nvPr/>
      </p:nvGrpSpPr>
      <p:grpSpPr>
        <a:xfrm>
          <a:off x="0" y="0"/>
          <a:ext cx="0" cy="0"/>
          <a:chOff x="0" y="0"/>
          <a:chExt cx="0" cy="0"/>
        </a:xfrm>
      </p:grpSpPr>
      <p:pic>
        <p:nvPicPr>
          <p:cNvPr id="94" name="Image 6"/>
          <p:cNvPicPr/>
          <p:nvPr/>
        </p:nvPicPr>
        <p:blipFill>
          <a:blip r:embed="rId2"/>
          <a:srcRect l="0" t="9549" r="0" b="9549"/>
          <a:stretch/>
        </p:blipFill>
        <p:spPr>
          <a:xfrm>
            <a:off x="2668320" y="6262920"/>
            <a:ext cx="9523080" cy="601200"/>
          </a:xfrm>
          <a:prstGeom prst="rect">
            <a:avLst/>
          </a:prstGeom>
          <a:noFill/>
          <a:ln w="0">
            <a:noFill/>
          </a:ln>
        </p:spPr>
      </p:pic>
      <p:sp>
        <p:nvSpPr>
          <p:cNvPr id="95"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96" name="Image 10"/>
          <p:cNvPicPr/>
          <p:nvPr/>
        </p:nvPicPr>
        <p:blipFill>
          <a:blip r:embed="rId3"/>
          <a:stretch/>
        </p:blipFill>
        <p:spPr>
          <a:xfrm>
            <a:off x="756720" y="6449760"/>
            <a:ext cx="908280" cy="238680"/>
          </a:xfrm>
          <a:prstGeom prst="rect">
            <a:avLst/>
          </a:prstGeom>
          <a:noFill/>
          <a:ln w="0">
            <a:noFill/>
          </a:ln>
        </p:spPr>
      </p:pic>
      <p:cxnSp>
        <p:nvCxnSpPr>
          <p:cNvPr id="97" name="Connecteur droit 11"/>
          <p:cNvCxnSpPr/>
          <p:nvPr/>
        </p:nvCxnSpPr>
        <p:spPr>
          <a:xfrm>
            <a:off x="0" y="145440"/>
            <a:ext cx="12192480" cy="720"/>
          </a:xfrm>
          <a:prstGeom prst="straightConnector1">
            <a:avLst/>
          </a:prstGeom>
          <a:ln w="0">
            <a:solidFill>
              <a:srgbClr val="E7E6E6"/>
            </a:solidFill>
          </a:ln>
        </p:spPr>
      </p:cxnSp>
      <p:cxnSp>
        <p:nvCxnSpPr>
          <p:cNvPr id="98" name="Connecteur droit 12"/>
          <p:cNvCxnSpPr/>
          <p:nvPr/>
        </p:nvCxnSpPr>
        <p:spPr>
          <a:xfrm>
            <a:off x="12033360" y="-6480"/>
            <a:ext cx="720" cy="6851520"/>
          </a:xfrm>
          <a:prstGeom prst="straightConnector1">
            <a:avLst/>
          </a:prstGeom>
          <a:ln w="0">
            <a:solidFill>
              <a:srgbClr val="E7E6E6"/>
            </a:solidFill>
          </a:ln>
        </p:spPr>
      </p:cxnSp>
      <p:cxnSp>
        <p:nvCxnSpPr>
          <p:cNvPr id="99" name="Connecteur droit 13"/>
          <p:cNvCxnSpPr/>
          <p:nvPr/>
        </p:nvCxnSpPr>
        <p:spPr>
          <a:xfrm>
            <a:off x="2668320" y="6255720"/>
            <a:ext cx="720" cy="596160"/>
          </a:xfrm>
          <a:prstGeom prst="straightConnector1">
            <a:avLst/>
          </a:prstGeom>
          <a:ln w="0">
            <a:solidFill>
              <a:srgbClr val="E7E6E6"/>
            </a:solidFill>
          </a:ln>
        </p:spPr>
      </p:cxnSp>
      <p:sp>
        <p:nvSpPr>
          <p:cNvPr id="100"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2A02650D-6B1E-4318-B379-669EAA7F4140}"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01" name="Connecteur droit 15"/>
          <p:cNvCxnSpPr/>
          <p:nvPr/>
        </p:nvCxnSpPr>
        <p:spPr>
          <a:xfrm>
            <a:off x="0" y="6254640"/>
            <a:ext cx="12192480" cy="720"/>
          </a:xfrm>
          <a:prstGeom prst="straightConnector1">
            <a:avLst/>
          </a:prstGeom>
          <a:ln w="0">
            <a:solidFill>
              <a:srgbClr val="FFFFFF"/>
            </a:solidFill>
          </a:ln>
        </p:spPr>
      </p:cxnSp>
      <p:sp>
        <p:nvSpPr>
          <p:cNvPr id="102" name="PlaceHolder 1"/>
          <p:cNvSpPr>
            <a:spLocks noGrp="1"/>
          </p:cNvSpPr>
          <p:nvPr>
            <p:ph type="ftr" idx="5"/>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3" name="PlaceHolder 2"/>
          <p:cNvSpPr>
            <a:spLocks noGrp="1"/>
          </p:cNvSpPr>
          <p:nvPr>
            <p:ph type="sldNum" idx="6"/>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9659C23F-A04A-40AF-A578-80765E400306}"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104" name="PlaceHolder 3"/>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105" name="PlaceHolder 4"/>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20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6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2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20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20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rPr>
              <a:t>Click to edit the outline text format</a:t>
            </a:r>
            <a:endParaRPr lang="fr-FR" sz="2400" b="0" u="none" strike="noStrike">
              <a:solidFill>
                <a:schemeClr val="dk2"/>
              </a:solidFill>
              <a:effectLst/>
              <a:uFillTx/>
              <a:latin typeface="Roboto Light"/>
            </a:endParaRPr>
          </a:p>
          <a:p>
            <a:pPr marL="864000" lvl="1" indent="-324000" algn="l" defTabSz="914400">
              <a:lnSpc>
                <a:spcPct val="90000"/>
              </a:lnSpc>
              <a:spcBef>
                <a:spcPts val="499"/>
              </a:spcBef>
              <a:buClr>
                <a:srgbClr val="000000"/>
              </a:buClr>
              <a:buSzPct val="75000"/>
              <a:buFont typeface="Symbol" charset="2"/>
              <a:buChar char=""/>
              <a:tabLst>
                <a:tab pos="0" algn="l"/>
              </a:tabLst>
            </a:pPr>
            <a:r>
              <a:rPr lang="fr-FR" sz="2000" b="0" u="none" strike="noStrike">
                <a:solidFill>
                  <a:schemeClr val="dk2"/>
                </a:solidFill>
                <a:effectLst/>
                <a:uFillTx/>
                <a:latin typeface="Roboto Light"/>
              </a:rPr>
              <a:t>Second Outline Level</a:t>
            </a:r>
            <a:endParaRPr lang="fr-FR" sz="2000" b="0" u="none" strike="noStrike">
              <a:solidFill>
                <a:schemeClr val="dk2"/>
              </a:solidFill>
              <a:effectLst/>
              <a:uFillTx/>
              <a:latin typeface="Roboto Light"/>
            </a:endParaRPr>
          </a:p>
          <a:p>
            <a:pPr marL="12960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728000" lvl="3" indent="-216000" algn="l" defTabSz="914400">
              <a:lnSpc>
                <a:spcPct val="90000"/>
              </a:lnSpc>
              <a:spcBef>
                <a:spcPts val="499"/>
              </a:spcBef>
              <a:buClr>
                <a:srgbClr val="000000"/>
              </a:buClr>
              <a:buSzPct val="75000"/>
              <a:buFont typeface="Symbol" charset="2"/>
              <a:buChar char=""/>
              <a:tabLst>
                <a:tab pos="0" algn="l"/>
              </a:tabLst>
            </a:pPr>
            <a:r>
              <a:rPr lang="fr-FR" sz="1600" b="0" u="none" strike="noStrike">
                <a:solidFill>
                  <a:schemeClr val="dk2"/>
                </a:solidFill>
                <a:effectLst/>
                <a:uFillTx/>
                <a:latin typeface="Roboto Light"/>
              </a:rPr>
              <a:t>Fourth Outline Level</a:t>
            </a:r>
            <a:endParaRPr lang="fr-FR" sz="16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200" b="0" u="none" strike="noStrike">
                <a:solidFill>
                  <a:schemeClr val="dk2"/>
                </a:solidFill>
                <a:effectLst/>
                <a:uFillTx/>
                <a:latin typeface="Roboto Light"/>
              </a:rPr>
              <a:t>Fifth Outline Level</a:t>
            </a:r>
            <a:endParaRPr lang="fr-FR" sz="12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2000" b="0" u="none" strike="noStrike">
                <a:solidFill>
                  <a:schemeClr val="dk2"/>
                </a:solidFill>
                <a:effectLst/>
                <a:uFillTx/>
                <a:latin typeface="Roboto Light"/>
              </a:rPr>
              <a:t>Sixth Outline Level</a:t>
            </a:r>
            <a:endParaRPr lang="fr-FR" sz="20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2000" b="0" u="none" strike="noStrike">
                <a:solidFill>
                  <a:schemeClr val="dk2"/>
                </a:solidFill>
                <a:effectLst/>
                <a:uFillTx/>
                <a:latin typeface="Roboto Light"/>
              </a:rPr>
              <a:t>Seventh Outline Level</a:t>
            </a:r>
            <a:endParaRPr lang="fr-FR" sz="2000" b="0" u="none" strike="noStrike">
              <a:solidFill>
                <a:schemeClr val="dk2"/>
              </a:solidFill>
              <a:effectLst/>
              <a:uFillTx/>
              <a:latin typeface="Roboto Light"/>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2 contenus">
    <p:bg>
      <p:bgPr>
        <a:solidFill>
          <a:srgbClr val="FFFFFF"/>
        </a:solidFill>
      </p:bgPr>
    </p:bg>
    <p:spTree>
      <p:nvGrpSpPr>
        <p:cNvPr id="1" name=""/>
        <p:cNvGrpSpPr/>
        <p:nvPr/>
      </p:nvGrpSpPr>
      <p:grpSpPr>
        <a:xfrm>
          <a:off x="0" y="0"/>
          <a:ext cx="0" cy="0"/>
          <a:chOff x="0" y="0"/>
          <a:chExt cx="0" cy="0"/>
        </a:xfrm>
      </p:grpSpPr>
      <p:pic>
        <p:nvPicPr>
          <p:cNvPr id="106" name="Image 6"/>
          <p:cNvPicPr/>
          <p:nvPr/>
        </p:nvPicPr>
        <p:blipFill>
          <a:blip r:embed="rId2"/>
          <a:srcRect l="0" t="9549" r="0" b="9549"/>
          <a:stretch/>
        </p:blipFill>
        <p:spPr>
          <a:xfrm>
            <a:off x="2668320" y="6262920"/>
            <a:ext cx="9523080" cy="601200"/>
          </a:xfrm>
          <a:prstGeom prst="rect">
            <a:avLst/>
          </a:prstGeom>
          <a:noFill/>
          <a:ln w="0">
            <a:noFill/>
          </a:ln>
        </p:spPr>
      </p:pic>
      <p:sp>
        <p:nvSpPr>
          <p:cNvPr id="107"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08" name="Image 10"/>
          <p:cNvPicPr/>
          <p:nvPr/>
        </p:nvPicPr>
        <p:blipFill>
          <a:blip r:embed="rId3"/>
          <a:stretch/>
        </p:blipFill>
        <p:spPr>
          <a:xfrm>
            <a:off x="756720" y="6449760"/>
            <a:ext cx="908280" cy="238680"/>
          </a:xfrm>
          <a:prstGeom prst="rect">
            <a:avLst/>
          </a:prstGeom>
          <a:noFill/>
          <a:ln w="0">
            <a:noFill/>
          </a:ln>
        </p:spPr>
      </p:pic>
      <p:cxnSp>
        <p:nvCxnSpPr>
          <p:cNvPr id="109" name="Connecteur droit 11"/>
          <p:cNvCxnSpPr/>
          <p:nvPr/>
        </p:nvCxnSpPr>
        <p:spPr>
          <a:xfrm>
            <a:off x="0" y="145440"/>
            <a:ext cx="12192480" cy="720"/>
          </a:xfrm>
          <a:prstGeom prst="straightConnector1">
            <a:avLst/>
          </a:prstGeom>
          <a:ln w="0">
            <a:solidFill>
              <a:srgbClr val="E7E6E6"/>
            </a:solidFill>
          </a:ln>
        </p:spPr>
      </p:cxnSp>
      <p:cxnSp>
        <p:nvCxnSpPr>
          <p:cNvPr id="110" name="Connecteur droit 12"/>
          <p:cNvCxnSpPr/>
          <p:nvPr/>
        </p:nvCxnSpPr>
        <p:spPr>
          <a:xfrm>
            <a:off x="12033360" y="-6480"/>
            <a:ext cx="720" cy="6851520"/>
          </a:xfrm>
          <a:prstGeom prst="straightConnector1">
            <a:avLst/>
          </a:prstGeom>
          <a:ln w="0">
            <a:solidFill>
              <a:srgbClr val="E7E6E6"/>
            </a:solidFill>
          </a:ln>
        </p:spPr>
      </p:cxnSp>
      <p:cxnSp>
        <p:nvCxnSpPr>
          <p:cNvPr id="111" name="Connecteur droit 13"/>
          <p:cNvCxnSpPr/>
          <p:nvPr/>
        </p:nvCxnSpPr>
        <p:spPr>
          <a:xfrm>
            <a:off x="2668320" y="6255720"/>
            <a:ext cx="720" cy="596160"/>
          </a:xfrm>
          <a:prstGeom prst="straightConnector1">
            <a:avLst/>
          </a:prstGeom>
          <a:ln w="0">
            <a:solidFill>
              <a:srgbClr val="E7E6E6"/>
            </a:solidFill>
          </a:ln>
        </p:spPr>
      </p:cxnSp>
      <p:sp>
        <p:nvSpPr>
          <p:cNvPr id="112"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8F0E37FC-6378-43AB-A695-B9CAEB59CA14}"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13" name="Connecteur droit 15"/>
          <p:cNvCxnSpPr/>
          <p:nvPr/>
        </p:nvCxnSpPr>
        <p:spPr>
          <a:xfrm>
            <a:off x="0" y="6254640"/>
            <a:ext cx="12192480" cy="720"/>
          </a:xfrm>
          <a:prstGeom prst="straightConnector1">
            <a:avLst/>
          </a:prstGeom>
          <a:ln w="0">
            <a:solidFill>
              <a:srgbClr val="FFFFFF"/>
            </a:solidFill>
          </a:ln>
        </p:spPr>
      </p:cxnSp>
      <p:sp>
        <p:nvSpPr>
          <p:cNvPr id="114" name="PlaceHolder 1"/>
          <p:cNvSpPr>
            <a:spLocks noGrp="1"/>
          </p:cNvSpPr>
          <p:nvPr>
            <p:ph type="body"/>
          </p:nvPr>
        </p:nvSpPr>
        <p:spPr>
          <a:xfrm>
            <a:off x="838080" y="2142000"/>
            <a:ext cx="5180760" cy="351900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115" name="PlaceHolder 2"/>
          <p:cNvSpPr>
            <a:spLocks noGrp="1"/>
          </p:cNvSpPr>
          <p:nvPr>
            <p:ph type="body"/>
          </p:nvPr>
        </p:nvSpPr>
        <p:spPr>
          <a:xfrm>
            <a:off x="6172200" y="2142000"/>
            <a:ext cx="5180760" cy="351900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116" name="PlaceHolder 3"/>
          <p:cNvSpPr>
            <a:spLocks noGrp="1"/>
          </p:cNvSpPr>
          <p:nvPr>
            <p:ph type="ftr" idx="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7" name="PlaceHolder 4"/>
          <p:cNvSpPr>
            <a:spLocks noGrp="1"/>
          </p:cNvSpPr>
          <p:nvPr>
            <p:ph type="sldNum" idx="8"/>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1C568C4F-8954-41F8-8740-846F0321049E}"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118" name="PlaceHolder 5"/>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rgbClr val="FFFFFF"/>
        </a:solidFill>
      </p:bgPr>
    </p:bg>
    <p:spTree>
      <p:nvGrpSpPr>
        <p:cNvPr id="1" name=""/>
        <p:cNvGrpSpPr/>
        <p:nvPr/>
      </p:nvGrpSpPr>
      <p:grpSpPr>
        <a:xfrm>
          <a:off x="0" y="0"/>
          <a:ext cx="0" cy="0"/>
          <a:chOff x="0" y="0"/>
          <a:chExt cx="0" cy="0"/>
        </a:xfrm>
      </p:grpSpPr>
      <p:pic>
        <p:nvPicPr>
          <p:cNvPr id="119" name="Image 6"/>
          <p:cNvPicPr/>
          <p:nvPr/>
        </p:nvPicPr>
        <p:blipFill>
          <a:blip r:embed="rId2"/>
          <a:srcRect l="0" t="9549" r="0" b="9549"/>
          <a:stretch/>
        </p:blipFill>
        <p:spPr>
          <a:xfrm>
            <a:off x="2668320" y="6262920"/>
            <a:ext cx="9523080" cy="601200"/>
          </a:xfrm>
          <a:prstGeom prst="rect">
            <a:avLst/>
          </a:prstGeom>
          <a:noFill/>
          <a:ln w="0">
            <a:noFill/>
          </a:ln>
        </p:spPr>
      </p:pic>
      <p:sp>
        <p:nvSpPr>
          <p:cNvPr id="120"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21" name="Image 10"/>
          <p:cNvPicPr/>
          <p:nvPr/>
        </p:nvPicPr>
        <p:blipFill>
          <a:blip r:embed="rId3"/>
          <a:stretch/>
        </p:blipFill>
        <p:spPr>
          <a:xfrm>
            <a:off x="756720" y="6449760"/>
            <a:ext cx="908280" cy="238680"/>
          </a:xfrm>
          <a:prstGeom prst="rect">
            <a:avLst/>
          </a:prstGeom>
          <a:noFill/>
          <a:ln w="0">
            <a:noFill/>
          </a:ln>
        </p:spPr>
      </p:pic>
      <p:cxnSp>
        <p:nvCxnSpPr>
          <p:cNvPr id="122" name="Connecteur droit 11"/>
          <p:cNvCxnSpPr/>
          <p:nvPr/>
        </p:nvCxnSpPr>
        <p:spPr>
          <a:xfrm>
            <a:off x="0" y="145440"/>
            <a:ext cx="12192480" cy="720"/>
          </a:xfrm>
          <a:prstGeom prst="straightConnector1">
            <a:avLst/>
          </a:prstGeom>
          <a:ln w="0">
            <a:solidFill>
              <a:srgbClr val="E7E6E6"/>
            </a:solidFill>
          </a:ln>
        </p:spPr>
      </p:cxnSp>
      <p:cxnSp>
        <p:nvCxnSpPr>
          <p:cNvPr id="123" name="Connecteur droit 12"/>
          <p:cNvCxnSpPr/>
          <p:nvPr/>
        </p:nvCxnSpPr>
        <p:spPr>
          <a:xfrm>
            <a:off x="12033360" y="-6480"/>
            <a:ext cx="720" cy="6851520"/>
          </a:xfrm>
          <a:prstGeom prst="straightConnector1">
            <a:avLst/>
          </a:prstGeom>
          <a:ln w="0">
            <a:solidFill>
              <a:srgbClr val="E7E6E6"/>
            </a:solidFill>
          </a:ln>
        </p:spPr>
      </p:cxnSp>
      <p:cxnSp>
        <p:nvCxnSpPr>
          <p:cNvPr id="124" name="Connecteur droit 13"/>
          <p:cNvCxnSpPr/>
          <p:nvPr/>
        </p:nvCxnSpPr>
        <p:spPr>
          <a:xfrm>
            <a:off x="2668320" y="6255720"/>
            <a:ext cx="720" cy="596160"/>
          </a:xfrm>
          <a:prstGeom prst="straightConnector1">
            <a:avLst/>
          </a:prstGeom>
          <a:ln w="0">
            <a:solidFill>
              <a:srgbClr val="E7E6E6"/>
            </a:solidFill>
          </a:ln>
        </p:spPr>
      </p:cxnSp>
      <p:sp>
        <p:nvSpPr>
          <p:cNvPr id="125"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406C56A7-3013-4809-BE86-31A101362D7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26" name="Connecteur droit 15"/>
          <p:cNvCxnSpPr/>
          <p:nvPr/>
        </p:nvCxnSpPr>
        <p:spPr>
          <a:xfrm>
            <a:off x="0" y="6254640"/>
            <a:ext cx="12192480" cy="720"/>
          </a:xfrm>
          <a:prstGeom prst="straightConnector1">
            <a:avLst/>
          </a:prstGeom>
          <a:ln w="0">
            <a:solidFill>
              <a:srgbClr val="FFFFFF"/>
            </a:solidFill>
          </a:ln>
        </p:spPr>
      </p:cxnSp>
      <p:sp>
        <p:nvSpPr>
          <p:cNvPr id="127" name="PlaceHolder 1"/>
          <p:cNvSpPr>
            <a:spLocks noGrp="1"/>
          </p:cNvSpPr>
          <p:nvPr>
            <p:ph type="ftr" idx="9"/>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re seul">
    <p:bg>
      <p:bgPr>
        <a:solidFill>
          <a:srgbClr val="FFFFFF"/>
        </a:solidFill>
      </p:bgPr>
    </p:bg>
    <p:spTree>
      <p:nvGrpSpPr>
        <p:cNvPr id="1" name=""/>
        <p:cNvGrpSpPr/>
        <p:nvPr/>
      </p:nvGrpSpPr>
      <p:grpSpPr>
        <a:xfrm>
          <a:off x="0" y="0"/>
          <a:ext cx="0" cy="0"/>
          <a:chOff x="0" y="0"/>
          <a:chExt cx="0" cy="0"/>
        </a:xfrm>
      </p:grpSpPr>
      <p:pic>
        <p:nvPicPr>
          <p:cNvPr id="128" name="Image 6"/>
          <p:cNvPicPr/>
          <p:nvPr/>
        </p:nvPicPr>
        <p:blipFill>
          <a:blip r:embed="rId2"/>
          <a:srcRect l="0" t="9549" r="0" b="9549"/>
          <a:stretch/>
        </p:blipFill>
        <p:spPr>
          <a:xfrm>
            <a:off x="2668320" y="6262920"/>
            <a:ext cx="9523080" cy="601200"/>
          </a:xfrm>
          <a:prstGeom prst="rect">
            <a:avLst/>
          </a:prstGeom>
          <a:noFill/>
          <a:ln w="0">
            <a:noFill/>
          </a:ln>
        </p:spPr>
      </p:pic>
      <p:sp>
        <p:nvSpPr>
          <p:cNvPr id="12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30" name="Image 10"/>
          <p:cNvPicPr/>
          <p:nvPr/>
        </p:nvPicPr>
        <p:blipFill>
          <a:blip r:embed="rId3"/>
          <a:stretch/>
        </p:blipFill>
        <p:spPr>
          <a:xfrm>
            <a:off x="756720" y="6449760"/>
            <a:ext cx="908280" cy="238680"/>
          </a:xfrm>
          <a:prstGeom prst="rect">
            <a:avLst/>
          </a:prstGeom>
          <a:noFill/>
          <a:ln w="0">
            <a:noFill/>
          </a:ln>
        </p:spPr>
      </p:pic>
      <p:cxnSp>
        <p:nvCxnSpPr>
          <p:cNvPr id="131" name="Connecteur droit 11"/>
          <p:cNvCxnSpPr/>
          <p:nvPr/>
        </p:nvCxnSpPr>
        <p:spPr>
          <a:xfrm>
            <a:off x="0" y="145440"/>
            <a:ext cx="12192480" cy="720"/>
          </a:xfrm>
          <a:prstGeom prst="straightConnector1">
            <a:avLst/>
          </a:prstGeom>
          <a:ln w="0">
            <a:solidFill>
              <a:srgbClr val="E7E6E6"/>
            </a:solidFill>
          </a:ln>
        </p:spPr>
      </p:cxnSp>
      <p:cxnSp>
        <p:nvCxnSpPr>
          <p:cNvPr id="132" name="Connecteur droit 12"/>
          <p:cNvCxnSpPr/>
          <p:nvPr/>
        </p:nvCxnSpPr>
        <p:spPr>
          <a:xfrm>
            <a:off x="12033360" y="-6480"/>
            <a:ext cx="720" cy="6851520"/>
          </a:xfrm>
          <a:prstGeom prst="straightConnector1">
            <a:avLst/>
          </a:prstGeom>
          <a:ln w="0">
            <a:solidFill>
              <a:srgbClr val="E7E6E6"/>
            </a:solidFill>
          </a:ln>
        </p:spPr>
      </p:cxnSp>
      <p:cxnSp>
        <p:nvCxnSpPr>
          <p:cNvPr id="133" name="Connecteur droit 13"/>
          <p:cNvCxnSpPr/>
          <p:nvPr/>
        </p:nvCxnSpPr>
        <p:spPr>
          <a:xfrm>
            <a:off x="2668320" y="6255720"/>
            <a:ext cx="720" cy="596160"/>
          </a:xfrm>
          <a:prstGeom prst="straightConnector1">
            <a:avLst/>
          </a:prstGeom>
          <a:ln w="0">
            <a:solidFill>
              <a:srgbClr val="E7E6E6"/>
            </a:solidFill>
          </a:ln>
        </p:spPr>
      </p:cxnSp>
      <p:sp>
        <p:nvSpPr>
          <p:cNvPr id="13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BA477E2E-C856-4FD8-A359-4450F07039AB}"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35" name="Connecteur droit 15"/>
          <p:cNvCxnSpPr/>
          <p:nvPr/>
        </p:nvCxnSpPr>
        <p:spPr>
          <a:xfrm>
            <a:off x="0" y="6254640"/>
            <a:ext cx="12192480" cy="720"/>
          </a:xfrm>
          <a:prstGeom prst="straightConnector1">
            <a:avLst/>
          </a:prstGeom>
          <a:ln w="0">
            <a:solidFill>
              <a:srgbClr val="FFFFFF"/>
            </a:solidFill>
          </a:ln>
        </p:spPr>
      </p:cxnSp>
      <p:sp>
        <p:nvSpPr>
          <p:cNvPr id="136" name="PlaceHolder 1"/>
          <p:cNvSpPr>
            <a:spLocks noGrp="1"/>
          </p:cNvSpPr>
          <p:nvPr>
            <p:ph type="ftr" idx="1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7" name="PlaceHolder 2"/>
          <p:cNvSpPr>
            <a:spLocks noGrp="1"/>
          </p:cNvSpPr>
          <p:nvPr>
            <p:ph type="sldNum" idx="11"/>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4EB03AA5-5C4A-4174-BB02-54E5924DD342}"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138" name="PlaceHolder 3"/>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pic>
        <p:nvPicPr>
          <p:cNvPr id="139" name="Image 6"/>
          <p:cNvPicPr/>
          <p:nvPr/>
        </p:nvPicPr>
        <p:blipFill>
          <a:blip r:embed="rId2"/>
          <a:srcRect l="0" t="9549" r="0" b="9549"/>
          <a:stretch/>
        </p:blipFill>
        <p:spPr>
          <a:xfrm>
            <a:off x="2668320" y="6262920"/>
            <a:ext cx="9523080" cy="601200"/>
          </a:xfrm>
          <a:prstGeom prst="rect">
            <a:avLst/>
          </a:prstGeom>
          <a:noFill/>
          <a:ln w="0">
            <a:noFill/>
          </a:ln>
        </p:spPr>
      </p:pic>
      <p:sp>
        <p:nvSpPr>
          <p:cNvPr id="140"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41" name="Image 10"/>
          <p:cNvPicPr/>
          <p:nvPr/>
        </p:nvPicPr>
        <p:blipFill>
          <a:blip r:embed="rId3"/>
          <a:stretch/>
        </p:blipFill>
        <p:spPr>
          <a:xfrm>
            <a:off x="756720" y="6449760"/>
            <a:ext cx="908280" cy="238680"/>
          </a:xfrm>
          <a:prstGeom prst="rect">
            <a:avLst/>
          </a:prstGeom>
          <a:noFill/>
          <a:ln w="0">
            <a:noFill/>
          </a:ln>
        </p:spPr>
      </p:pic>
      <p:cxnSp>
        <p:nvCxnSpPr>
          <p:cNvPr id="142" name="Connecteur droit 11"/>
          <p:cNvCxnSpPr/>
          <p:nvPr/>
        </p:nvCxnSpPr>
        <p:spPr>
          <a:xfrm>
            <a:off x="0" y="145440"/>
            <a:ext cx="12192480" cy="720"/>
          </a:xfrm>
          <a:prstGeom prst="straightConnector1">
            <a:avLst/>
          </a:prstGeom>
          <a:ln w="0">
            <a:solidFill>
              <a:srgbClr val="E7E6E6"/>
            </a:solidFill>
          </a:ln>
        </p:spPr>
      </p:cxnSp>
      <p:cxnSp>
        <p:nvCxnSpPr>
          <p:cNvPr id="143" name="Connecteur droit 12"/>
          <p:cNvCxnSpPr/>
          <p:nvPr/>
        </p:nvCxnSpPr>
        <p:spPr>
          <a:xfrm>
            <a:off x="12033360" y="-6480"/>
            <a:ext cx="720" cy="6851520"/>
          </a:xfrm>
          <a:prstGeom prst="straightConnector1">
            <a:avLst/>
          </a:prstGeom>
          <a:ln w="0">
            <a:solidFill>
              <a:srgbClr val="E7E6E6"/>
            </a:solidFill>
          </a:ln>
        </p:spPr>
      </p:cxnSp>
      <p:cxnSp>
        <p:nvCxnSpPr>
          <p:cNvPr id="144" name="Connecteur droit 13"/>
          <p:cNvCxnSpPr/>
          <p:nvPr/>
        </p:nvCxnSpPr>
        <p:spPr>
          <a:xfrm>
            <a:off x="2668320" y="6255720"/>
            <a:ext cx="720" cy="596160"/>
          </a:xfrm>
          <a:prstGeom prst="straightConnector1">
            <a:avLst/>
          </a:prstGeom>
          <a:ln w="0">
            <a:solidFill>
              <a:srgbClr val="E7E6E6"/>
            </a:solidFill>
          </a:ln>
        </p:spPr>
      </p:cxnSp>
      <p:sp>
        <p:nvSpPr>
          <p:cNvPr id="145"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7E60528-2D5C-4619-A809-EFE14147979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46" name="Connecteur droit 15"/>
          <p:cNvCxnSpPr/>
          <p:nvPr/>
        </p:nvCxnSpPr>
        <p:spPr>
          <a:xfrm>
            <a:off x="0" y="6254640"/>
            <a:ext cx="12192480" cy="720"/>
          </a:xfrm>
          <a:prstGeom prst="straightConnector1">
            <a:avLst/>
          </a:prstGeom>
          <a:ln w="0">
            <a:solidFill>
              <a:srgbClr val="FFFFFF"/>
            </a:solidFill>
          </a:ln>
        </p:spPr>
      </p:cxnSp>
      <p:pic>
        <p:nvPicPr>
          <p:cNvPr id="147" name="Image 7"/>
          <p:cNvPicPr/>
          <p:nvPr/>
        </p:nvPicPr>
        <p:blipFill>
          <a:blip r:embed="rId4"/>
          <a:srcRect l="0" t="4329" r="0" b="4329"/>
          <a:stretch/>
        </p:blipFill>
        <p:spPr>
          <a:xfrm>
            <a:off x="0" y="-12240"/>
            <a:ext cx="12191400" cy="6263280"/>
          </a:xfrm>
          <a:prstGeom prst="rect">
            <a:avLst/>
          </a:prstGeom>
          <a:noFill/>
          <a:ln w="0">
            <a:noFill/>
          </a:ln>
        </p:spPr>
      </p:pic>
      <p:grpSp>
        <p:nvGrpSpPr>
          <p:cNvPr id="148" name="Groupe 3"/>
          <p:cNvGrpSpPr/>
          <p:nvPr/>
        </p:nvGrpSpPr>
        <p:grpSpPr>
          <a:xfrm>
            <a:off x="0" y="-16200"/>
            <a:ext cx="12191400" cy="6270120"/>
            <a:chOff x="0" y="-16200"/>
            <a:chExt cx="12191400" cy="6270120"/>
          </a:xfrm>
        </p:grpSpPr>
        <p:sp>
          <p:nvSpPr>
            <p:cNvPr id="149" name="Rectangle 1"/>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0" u="none" strike="noStrike">
                <a:solidFill>
                  <a:schemeClr val="dk2"/>
                </a:solidFill>
                <a:effectLst/>
                <a:uFillTx/>
                <a:latin typeface="roboto Light"/>
              </a:endParaRPr>
            </a:p>
          </p:txBody>
        </p:sp>
        <p:sp>
          <p:nvSpPr>
            <p:cNvPr id="150" name="Rectangle 2"/>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grpSp>
      <p:sp>
        <p:nvSpPr>
          <p:cNvPr id="151"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152" name="PlaceHolder 1"/>
          <p:cNvSpPr>
            <a:spLocks noGrp="1"/>
          </p:cNvSpPr>
          <p:nvPr>
            <p:ph type="ftr" idx="12"/>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3" name="PlaceHolder 2"/>
          <p:cNvSpPr>
            <a:spLocks noGrp="1"/>
          </p:cNvSpPr>
          <p:nvPr>
            <p:ph type="body" hasCustomPrompt="1"/>
          </p:nvPr>
        </p:nvSpPr>
        <p:spPr>
          <a:xfrm>
            <a:off x="1010520" y="762480"/>
            <a:ext cx="5939280" cy="2343600"/>
          </a:xfrm>
          <a:prstGeom prst="rect">
            <a:avLst/>
          </a:prstGeom>
          <a:noFill/>
          <a:ln w="0">
            <a:noFill/>
          </a:ln>
        </p:spPr>
        <p:txBody>
          <a:bodyPr lIns="91440" tIns="45720" rIns="91440" bIns="45720" anchor="b">
            <a:noAutofit/>
          </a:bodyPr>
          <a:lstStyle>
            <a:lvl1pPr indent="0" algn="l" defTabSz="914400">
              <a:lnSpc>
                <a:spcPct val="120000"/>
              </a:lnSpc>
              <a:spcBef>
                <a:spcPts val="1001"/>
              </a:spcBef>
              <a:buNone/>
              <a:tabLst>
                <a:tab pos="0" algn="l"/>
              </a:tabLst>
              <a:defRPr lang="fr-FR" sz="15000" b="0" u="none" strike="noStrike">
                <a:solidFill>
                  <a:schemeClr val="accent1"/>
                </a:solidFill>
                <a:effectLst/>
                <a:uFillTx/>
                <a:latin typeface="Roboto"/>
                <a:ea typeface="Roboto"/>
              </a:defRPr>
            </a:lvl1pPr>
          </a:lstStyle>
          <a:p>
            <a:pPr indent="0" algn="l" defTabSz="914400">
              <a:lnSpc>
                <a:spcPct val="120000"/>
              </a:lnSpc>
              <a:spcBef>
                <a:spcPts val="1001"/>
              </a:spcBef>
              <a:buNone/>
              <a:tabLst>
                <a:tab pos="0" algn="l"/>
              </a:tabLst>
            </a:pPr>
            <a:r>
              <a:rPr lang="fr-FR" sz="15000" b="0" u="none" strike="noStrike">
                <a:solidFill>
                  <a:schemeClr val="accent1"/>
                </a:solidFill>
                <a:effectLst/>
                <a:uFillTx/>
                <a:latin typeface="Roboto"/>
                <a:ea typeface="Roboto"/>
              </a:rPr>
              <a:t>02</a:t>
            </a:r>
            <a:endParaRPr lang="fr-FR" sz="15000" b="0" u="none" strike="noStrike">
              <a:solidFill>
                <a:schemeClr val="accent1"/>
              </a:solidFill>
              <a:effectLst/>
              <a:uFillTx/>
              <a:latin typeface="Roboto"/>
            </a:endParaRPr>
          </a:p>
        </p:txBody>
      </p:sp>
      <p:cxnSp>
        <p:nvCxnSpPr>
          <p:cNvPr id="154" name="Connecteur droit 15"/>
          <p:cNvCxnSpPr/>
          <p:nvPr/>
        </p:nvCxnSpPr>
        <p:spPr>
          <a:xfrm>
            <a:off x="0" y="145440"/>
            <a:ext cx="12192480" cy="720"/>
          </a:xfrm>
          <a:prstGeom prst="straightConnector1">
            <a:avLst/>
          </a:prstGeom>
          <a:ln w="0">
            <a:solidFill>
              <a:srgbClr val="FFFFFF"/>
            </a:solidFill>
          </a:ln>
        </p:spPr>
      </p:cxnSp>
      <p:cxnSp>
        <p:nvCxnSpPr>
          <p:cNvPr id="155" name="Connecteur droit 16"/>
          <p:cNvCxnSpPr/>
          <p:nvPr/>
        </p:nvCxnSpPr>
        <p:spPr>
          <a:xfrm>
            <a:off x="12033360" y="-6480"/>
            <a:ext cx="720" cy="6851520"/>
          </a:xfrm>
          <a:prstGeom prst="straightConnector1">
            <a:avLst/>
          </a:prstGeom>
          <a:ln w="0">
            <a:solidFill>
              <a:srgbClr val="FFFFFF"/>
            </a:solidFill>
          </a:ln>
        </p:spPr>
      </p:cxnSp>
      <p:cxnSp>
        <p:nvCxnSpPr>
          <p:cNvPr id="156" name="Connecteur droit 5"/>
          <p:cNvCxnSpPr/>
          <p:nvPr/>
        </p:nvCxnSpPr>
        <p:spPr>
          <a:xfrm>
            <a:off x="0" y="6253560"/>
            <a:ext cx="12192480" cy="720"/>
          </a:xfrm>
          <a:prstGeom prst="straightConnector1">
            <a:avLst/>
          </a:prstGeom>
          <a:ln w="0">
            <a:solidFill>
              <a:srgbClr val="FFFFFF"/>
            </a:solidFill>
          </a:ln>
        </p:spPr>
      </p:cxn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2 comparaisons">
    <p:bg>
      <p:bgPr>
        <a:solidFill>
          <a:srgbClr val="FFFFFF"/>
        </a:solidFill>
      </p:bgPr>
    </p:bg>
    <p:spTree>
      <p:nvGrpSpPr>
        <p:cNvPr id="1" name=""/>
        <p:cNvGrpSpPr/>
        <p:nvPr/>
      </p:nvGrpSpPr>
      <p:grpSpPr>
        <a:xfrm>
          <a:off x="0" y="0"/>
          <a:ext cx="0" cy="0"/>
          <a:chOff x="0" y="0"/>
          <a:chExt cx="0" cy="0"/>
        </a:xfrm>
      </p:grpSpPr>
      <p:pic>
        <p:nvPicPr>
          <p:cNvPr id="157" name="Image 6"/>
          <p:cNvPicPr/>
          <p:nvPr/>
        </p:nvPicPr>
        <p:blipFill>
          <a:blip r:embed="rId2"/>
          <a:srcRect l="0" t="9549" r="0" b="9549"/>
          <a:stretch/>
        </p:blipFill>
        <p:spPr>
          <a:xfrm>
            <a:off x="2668320" y="6262920"/>
            <a:ext cx="9523080" cy="601200"/>
          </a:xfrm>
          <a:prstGeom prst="rect">
            <a:avLst/>
          </a:prstGeom>
          <a:noFill/>
          <a:ln w="0">
            <a:noFill/>
          </a:ln>
        </p:spPr>
      </p:pic>
      <p:sp>
        <p:nvSpPr>
          <p:cNvPr id="158"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59" name="Image 10"/>
          <p:cNvPicPr/>
          <p:nvPr/>
        </p:nvPicPr>
        <p:blipFill>
          <a:blip r:embed="rId3"/>
          <a:stretch/>
        </p:blipFill>
        <p:spPr>
          <a:xfrm>
            <a:off x="756720" y="6449760"/>
            <a:ext cx="908280" cy="238680"/>
          </a:xfrm>
          <a:prstGeom prst="rect">
            <a:avLst/>
          </a:prstGeom>
          <a:noFill/>
          <a:ln w="0">
            <a:noFill/>
          </a:ln>
        </p:spPr>
      </p:pic>
      <p:cxnSp>
        <p:nvCxnSpPr>
          <p:cNvPr id="160" name="Connecteur droit 11"/>
          <p:cNvCxnSpPr/>
          <p:nvPr/>
        </p:nvCxnSpPr>
        <p:spPr>
          <a:xfrm>
            <a:off x="0" y="145440"/>
            <a:ext cx="12192480" cy="720"/>
          </a:xfrm>
          <a:prstGeom prst="straightConnector1">
            <a:avLst/>
          </a:prstGeom>
          <a:ln w="0">
            <a:solidFill>
              <a:srgbClr val="E7E6E6"/>
            </a:solidFill>
          </a:ln>
        </p:spPr>
      </p:cxnSp>
      <p:cxnSp>
        <p:nvCxnSpPr>
          <p:cNvPr id="161" name="Connecteur droit 12"/>
          <p:cNvCxnSpPr/>
          <p:nvPr/>
        </p:nvCxnSpPr>
        <p:spPr>
          <a:xfrm>
            <a:off x="12033360" y="-6480"/>
            <a:ext cx="720" cy="6851520"/>
          </a:xfrm>
          <a:prstGeom prst="straightConnector1">
            <a:avLst/>
          </a:prstGeom>
          <a:ln w="0">
            <a:solidFill>
              <a:srgbClr val="E7E6E6"/>
            </a:solidFill>
          </a:ln>
        </p:spPr>
      </p:cxnSp>
      <p:cxnSp>
        <p:nvCxnSpPr>
          <p:cNvPr id="162" name="Connecteur droit 13"/>
          <p:cNvCxnSpPr/>
          <p:nvPr/>
        </p:nvCxnSpPr>
        <p:spPr>
          <a:xfrm>
            <a:off x="2668320" y="6255720"/>
            <a:ext cx="720" cy="596160"/>
          </a:xfrm>
          <a:prstGeom prst="straightConnector1">
            <a:avLst/>
          </a:prstGeom>
          <a:ln w="0">
            <a:solidFill>
              <a:srgbClr val="E7E6E6"/>
            </a:solidFill>
          </a:ln>
        </p:spPr>
      </p:cxnSp>
      <p:sp>
        <p:nvSpPr>
          <p:cNvPr id="163"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FA388BC-AF12-41A4-8DA4-46295807CCC6}"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64" name="Connecteur droit 15"/>
          <p:cNvCxnSpPr/>
          <p:nvPr/>
        </p:nvCxnSpPr>
        <p:spPr>
          <a:xfrm>
            <a:off x="0" y="6254640"/>
            <a:ext cx="12192480" cy="720"/>
          </a:xfrm>
          <a:prstGeom prst="straightConnector1">
            <a:avLst/>
          </a:prstGeom>
          <a:ln w="0">
            <a:solidFill>
              <a:srgbClr val="FFFFFF"/>
            </a:solidFill>
          </a:ln>
        </p:spPr>
      </p:cxnSp>
      <p:sp>
        <p:nvSpPr>
          <p:cNvPr id="165" name="PlaceHolder 1"/>
          <p:cNvSpPr>
            <a:spLocks noGrp="1"/>
          </p:cNvSpPr>
          <p:nvPr>
            <p:ph type="body"/>
          </p:nvPr>
        </p:nvSpPr>
        <p:spPr>
          <a:xfrm>
            <a:off x="839880" y="1789200"/>
            <a:ext cx="5157000" cy="823320"/>
          </a:xfrm>
          <a:prstGeom prst="rect">
            <a:avLst/>
          </a:prstGeom>
          <a:noFill/>
          <a:ln w="0">
            <a:noFill/>
          </a:ln>
        </p:spPr>
        <p:txBody>
          <a:bodyPr lIns="91440" tIns="45720" rIns="91440" bIns="45720" anchor="b">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Black"/>
                <a:ea typeface="Roboto Black"/>
              </a:defRPr>
            </a:lvl1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Black"/>
                <a:ea typeface="Roboto Black"/>
              </a:rPr>
              <a:t>Cliquez pour modifier les styles du texte du masque</a:t>
            </a:r>
            <a:endParaRPr lang="fr-FR" sz="2400" b="0" u="none" strike="noStrike">
              <a:solidFill>
                <a:schemeClr val="dk2"/>
              </a:solidFill>
              <a:effectLst/>
              <a:uFillTx/>
              <a:latin typeface="Roboto Light"/>
            </a:endParaRPr>
          </a:p>
        </p:txBody>
      </p:sp>
      <p:sp>
        <p:nvSpPr>
          <p:cNvPr id="166" name="PlaceHolder 2"/>
          <p:cNvSpPr>
            <a:spLocks noGrp="1"/>
          </p:cNvSpPr>
          <p:nvPr>
            <p:ph type="body"/>
          </p:nvPr>
        </p:nvSpPr>
        <p:spPr>
          <a:xfrm>
            <a:off x="839880" y="2693160"/>
            <a:ext cx="5157000" cy="296676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167" name="PlaceHolder 3"/>
          <p:cNvSpPr>
            <a:spLocks noGrp="1"/>
          </p:cNvSpPr>
          <p:nvPr>
            <p:ph type="body"/>
          </p:nvPr>
        </p:nvSpPr>
        <p:spPr>
          <a:xfrm>
            <a:off x="6172200" y="1789200"/>
            <a:ext cx="5182560" cy="823320"/>
          </a:xfrm>
          <a:prstGeom prst="rect">
            <a:avLst/>
          </a:prstGeom>
          <a:noFill/>
          <a:ln w="0">
            <a:noFill/>
          </a:ln>
        </p:spPr>
        <p:txBody>
          <a:bodyPr lIns="91440" tIns="45720" rIns="91440" bIns="45720" anchor="b">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Black"/>
                <a:ea typeface="Roboto Black"/>
              </a:defRPr>
            </a:lvl1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Black"/>
                <a:ea typeface="Roboto Black"/>
              </a:rPr>
              <a:t>Cliquez pour modifier les styles du texte du masque</a:t>
            </a:r>
            <a:endParaRPr lang="fr-FR" sz="2400" b="0" u="none" strike="noStrike">
              <a:solidFill>
                <a:schemeClr val="dk2"/>
              </a:solidFill>
              <a:effectLst/>
              <a:uFillTx/>
              <a:latin typeface="Roboto Light"/>
            </a:endParaRPr>
          </a:p>
        </p:txBody>
      </p:sp>
      <p:sp>
        <p:nvSpPr>
          <p:cNvPr id="168" name="PlaceHolder 4"/>
          <p:cNvSpPr>
            <a:spLocks noGrp="1"/>
          </p:cNvSpPr>
          <p:nvPr>
            <p:ph type="body"/>
          </p:nvPr>
        </p:nvSpPr>
        <p:spPr>
          <a:xfrm>
            <a:off x="6172200" y="2693160"/>
            <a:ext cx="5182560" cy="296676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169" name="PlaceHolder 5"/>
          <p:cNvSpPr>
            <a:spLocks noGrp="1"/>
          </p:cNvSpPr>
          <p:nvPr>
            <p:ph type="ftr" idx="1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0" name="PlaceHolder 6"/>
          <p:cNvSpPr>
            <a:spLocks noGrp="1"/>
          </p:cNvSpPr>
          <p:nvPr>
            <p:ph type="sldNum" idx="14"/>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1C91F36F-0221-419D-9F16-568B1CEA35E1}"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171" name="PlaceHolder 7"/>
          <p:cNvSpPr>
            <a:spLocks noGrp="1"/>
          </p:cNvSpPr>
          <p:nvPr>
            <p:ph type="title"/>
          </p:nvPr>
        </p:nvSpPr>
        <p:spPr>
          <a:xfrm>
            <a:off x="838080" y="860040"/>
            <a:ext cx="10514880" cy="67716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et grande image">
    <p:bg>
      <p:bgPr>
        <a:solidFill>
          <a:srgbClr val="FFFFFF"/>
        </a:solidFill>
      </p:bgPr>
    </p:bg>
    <p:spTree>
      <p:nvGrpSpPr>
        <p:cNvPr id="1" name=""/>
        <p:cNvGrpSpPr/>
        <p:nvPr/>
      </p:nvGrpSpPr>
      <p:grpSpPr>
        <a:xfrm>
          <a:off x="0" y="0"/>
          <a:ext cx="0" cy="0"/>
          <a:chOff x="0" y="0"/>
          <a:chExt cx="0" cy="0"/>
        </a:xfrm>
      </p:grpSpPr>
      <p:pic>
        <p:nvPicPr>
          <p:cNvPr id="189" name="Image 6"/>
          <p:cNvPicPr/>
          <p:nvPr/>
        </p:nvPicPr>
        <p:blipFill>
          <a:blip r:embed="rId2"/>
          <a:srcRect l="0" t="9549" r="0" b="9549"/>
          <a:stretch/>
        </p:blipFill>
        <p:spPr>
          <a:xfrm>
            <a:off x="2668320" y="6262920"/>
            <a:ext cx="9523080" cy="601200"/>
          </a:xfrm>
          <a:prstGeom prst="rect">
            <a:avLst/>
          </a:prstGeom>
          <a:noFill/>
          <a:ln w="0">
            <a:noFill/>
          </a:ln>
        </p:spPr>
      </p:pic>
      <p:sp>
        <p:nvSpPr>
          <p:cNvPr id="190"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191" name="Image 10"/>
          <p:cNvPicPr/>
          <p:nvPr/>
        </p:nvPicPr>
        <p:blipFill>
          <a:blip r:embed="rId3"/>
          <a:stretch/>
        </p:blipFill>
        <p:spPr>
          <a:xfrm>
            <a:off x="756720" y="6449760"/>
            <a:ext cx="908280" cy="238680"/>
          </a:xfrm>
          <a:prstGeom prst="rect">
            <a:avLst/>
          </a:prstGeom>
          <a:noFill/>
          <a:ln w="0">
            <a:noFill/>
          </a:ln>
        </p:spPr>
      </p:pic>
      <p:cxnSp>
        <p:nvCxnSpPr>
          <p:cNvPr id="192" name="Connecteur droit 11"/>
          <p:cNvCxnSpPr/>
          <p:nvPr/>
        </p:nvCxnSpPr>
        <p:spPr>
          <a:xfrm>
            <a:off x="0" y="145440"/>
            <a:ext cx="12192480" cy="720"/>
          </a:xfrm>
          <a:prstGeom prst="straightConnector1">
            <a:avLst/>
          </a:prstGeom>
          <a:ln w="0">
            <a:solidFill>
              <a:srgbClr val="E7E6E6"/>
            </a:solidFill>
          </a:ln>
        </p:spPr>
      </p:cxnSp>
      <p:cxnSp>
        <p:nvCxnSpPr>
          <p:cNvPr id="193" name="Connecteur droit 12"/>
          <p:cNvCxnSpPr/>
          <p:nvPr/>
        </p:nvCxnSpPr>
        <p:spPr>
          <a:xfrm>
            <a:off x="12033360" y="-6480"/>
            <a:ext cx="720" cy="6851520"/>
          </a:xfrm>
          <a:prstGeom prst="straightConnector1">
            <a:avLst/>
          </a:prstGeom>
          <a:ln w="0">
            <a:solidFill>
              <a:srgbClr val="E7E6E6"/>
            </a:solidFill>
          </a:ln>
        </p:spPr>
      </p:cxnSp>
      <p:cxnSp>
        <p:nvCxnSpPr>
          <p:cNvPr id="194" name="Connecteur droit 13"/>
          <p:cNvCxnSpPr/>
          <p:nvPr/>
        </p:nvCxnSpPr>
        <p:spPr>
          <a:xfrm>
            <a:off x="2668320" y="6255720"/>
            <a:ext cx="720" cy="596160"/>
          </a:xfrm>
          <a:prstGeom prst="straightConnector1">
            <a:avLst/>
          </a:prstGeom>
          <a:ln w="0">
            <a:solidFill>
              <a:srgbClr val="E7E6E6"/>
            </a:solidFill>
          </a:ln>
        </p:spPr>
      </p:cxnSp>
      <p:sp>
        <p:nvSpPr>
          <p:cNvPr id="195"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E8B5F5F2-FD28-43A0-A968-A8174B27A0D8}"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196" name="Connecteur droit 15"/>
          <p:cNvCxnSpPr/>
          <p:nvPr/>
        </p:nvCxnSpPr>
        <p:spPr>
          <a:xfrm>
            <a:off x="0" y="6254640"/>
            <a:ext cx="12192480" cy="720"/>
          </a:xfrm>
          <a:prstGeom prst="straightConnector1">
            <a:avLst/>
          </a:prstGeom>
          <a:ln w="0">
            <a:solidFill>
              <a:srgbClr val="FFFFFF"/>
            </a:solidFill>
          </a:ln>
        </p:spPr>
      </p:cxnSp>
      <p:sp>
        <p:nvSpPr>
          <p:cNvPr id="197" name="PlaceHolder 1"/>
          <p:cNvSpPr>
            <a:spLocks noGrp="1"/>
          </p:cNvSpPr>
          <p:nvPr>
            <p:ph type="body"/>
          </p:nvPr>
        </p:nvSpPr>
        <p:spPr>
          <a:xfrm>
            <a:off x="6095880" y="-6480"/>
            <a:ext cx="6095160" cy="6261480"/>
          </a:xfrm>
          <a:prstGeom prst="rect">
            <a:avLst/>
          </a:prstGeom>
          <a:solidFill>
            <a:schemeClr val="lt1">
              <a:lumMod val="95000"/>
            </a:schemeClr>
          </a:solid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198" name="PlaceHolder 2"/>
          <p:cNvSpPr>
            <a:spLocks noGrp="1"/>
          </p:cNvSpPr>
          <p:nvPr>
            <p:ph type="title"/>
          </p:nvPr>
        </p:nvSpPr>
        <p:spPr>
          <a:xfrm>
            <a:off x="838080" y="860040"/>
            <a:ext cx="454572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199" name="PlaceHolder 3"/>
          <p:cNvSpPr>
            <a:spLocks noGrp="1"/>
          </p:cNvSpPr>
          <p:nvPr>
            <p:ph type="body"/>
          </p:nvPr>
        </p:nvSpPr>
        <p:spPr>
          <a:xfrm>
            <a:off x="838080" y="2144880"/>
            <a:ext cx="4545720" cy="352188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200" name="PlaceHolder 4"/>
          <p:cNvSpPr>
            <a:spLocks noGrp="1"/>
          </p:cNvSpPr>
          <p:nvPr>
            <p:ph type="ftr" idx="16"/>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201" name="Connecteur droit 9"/>
          <p:cNvCxnSpPr/>
          <p:nvPr/>
        </p:nvCxnSpPr>
        <p:spPr>
          <a:xfrm>
            <a:off x="0" y="6255720"/>
            <a:ext cx="12192480" cy="720"/>
          </a:xfrm>
          <a:prstGeom prst="straightConnector1">
            <a:avLst/>
          </a:prstGeom>
          <a:ln w="0">
            <a:solidFill>
              <a:srgbClr val="FFFFFF"/>
            </a:solidFill>
          </a:ln>
        </p:spPr>
      </p:cxnSp>
      <p:cxnSp>
        <p:nvCxnSpPr>
          <p:cNvPr id="202" name="Connecteur droit 5"/>
          <p:cNvCxnSpPr/>
          <p:nvPr/>
        </p:nvCxnSpPr>
        <p:spPr>
          <a:xfrm>
            <a:off x="6095880" y="145440"/>
            <a:ext cx="6096600" cy="720"/>
          </a:xfrm>
          <a:prstGeom prst="straightConnector1">
            <a:avLst/>
          </a:prstGeom>
          <a:ln w="0">
            <a:solidFill>
              <a:srgbClr val="E7E6E6"/>
            </a:solidFill>
          </a:ln>
        </p:spPr>
      </p:cxnSp>
      <p:cxnSp>
        <p:nvCxnSpPr>
          <p:cNvPr id="203" name="Connecteur droit 6"/>
          <p:cNvCxnSpPr/>
          <p:nvPr/>
        </p:nvCxnSpPr>
        <p:spPr>
          <a:xfrm>
            <a:off x="12033360" y="-6480"/>
            <a:ext cx="720" cy="6851520"/>
          </a:xfrm>
          <a:prstGeom prst="straightConnector1">
            <a:avLst/>
          </a:prstGeom>
          <a:ln w="0">
            <a:solidFill>
              <a:srgbClr val="E7E6E6"/>
            </a:solidFill>
          </a:ln>
        </p:spPr>
      </p:cxn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rgbClr val="FFFFFF"/>
        </a:solidFill>
      </p:bgPr>
    </p:bg>
    <p:spTree>
      <p:nvGrpSpPr>
        <p:cNvPr id="1" name=""/>
        <p:cNvGrpSpPr/>
        <p:nvPr/>
      </p:nvGrpSpPr>
      <p:grpSpPr>
        <a:xfrm>
          <a:off x="0" y="0"/>
          <a:ext cx="0" cy="0"/>
          <a:chOff x="0" y="0"/>
          <a:chExt cx="0" cy="0"/>
        </a:xfrm>
      </p:grpSpPr>
      <p:pic>
        <p:nvPicPr>
          <p:cNvPr id="204" name="Image 6"/>
          <p:cNvPicPr/>
          <p:nvPr/>
        </p:nvPicPr>
        <p:blipFill>
          <a:blip r:embed="rId2"/>
          <a:srcRect l="0" t="9549" r="0" b="9549"/>
          <a:stretch/>
        </p:blipFill>
        <p:spPr>
          <a:xfrm>
            <a:off x="2668320" y="6262920"/>
            <a:ext cx="9523080" cy="601200"/>
          </a:xfrm>
          <a:prstGeom prst="rect">
            <a:avLst/>
          </a:prstGeom>
          <a:noFill/>
          <a:ln w="0">
            <a:noFill/>
          </a:ln>
        </p:spPr>
      </p:pic>
      <p:sp>
        <p:nvSpPr>
          <p:cNvPr id="205"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06" name="Image 10"/>
          <p:cNvPicPr/>
          <p:nvPr/>
        </p:nvPicPr>
        <p:blipFill>
          <a:blip r:embed="rId3"/>
          <a:stretch/>
        </p:blipFill>
        <p:spPr>
          <a:xfrm>
            <a:off x="756720" y="6449760"/>
            <a:ext cx="908280" cy="238680"/>
          </a:xfrm>
          <a:prstGeom prst="rect">
            <a:avLst/>
          </a:prstGeom>
          <a:noFill/>
          <a:ln w="0">
            <a:noFill/>
          </a:ln>
        </p:spPr>
      </p:pic>
      <p:cxnSp>
        <p:nvCxnSpPr>
          <p:cNvPr id="207" name="Connecteur droit 11"/>
          <p:cNvCxnSpPr/>
          <p:nvPr/>
        </p:nvCxnSpPr>
        <p:spPr>
          <a:xfrm>
            <a:off x="0" y="145440"/>
            <a:ext cx="12192480" cy="720"/>
          </a:xfrm>
          <a:prstGeom prst="straightConnector1">
            <a:avLst/>
          </a:prstGeom>
          <a:ln w="0">
            <a:solidFill>
              <a:srgbClr val="E7E6E6"/>
            </a:solidFill>
          </a:ln>
        </p:spPr>
      </p:cxnSp>
      <p:cxnSp>
        <p:nvCxnSpPr>
          <p:cNvPr id="208" name="Connecteur droit 12"/>
          <p:cNvCxnSpPr/>
          <p:nvPr/>
        </p:nvCxnSpPr>
        <p:spPr>
          <a:xfrm>
            <a:off x="12033360" y="-6480"/>
            <a:ext cx="720" cy="6851520"/>
          </a:xfrm>
          <a:prstGeom prst="straightConnector1">
            <a:avLst/>
          </a:prstGeom>
          <a:ln w="0">
            <a:solidFill>
              <a:srgbClr val="E7E6E6"/>
            </a:solidFill>
          </a:ln>
        </p:spPr>
      </p:cxnSp>
      <p:cxnSp>
        <p:nvCxnSpPr>
          <p:cNvPr id="209" name="Connecteur droit 13"/>
          <p:cNvCxnSpPr/>
          <p:nvPr/>
        </p:nvCxnSpPr>
        <p:spPr>
          <a:xfrm>
            <a:off x="2668320" y="6255720"/>
            <a:ext cx="720" cy="596160"/>
          </a:xfrm>
          <a:prstGeom prst="straightConnector1">
            <a:avLst/>
          </a:prstGeom>
          <a:ln w="0">
            <a:solidFill>
              <a:srgbClr val="E7E6E6"/>
            </a:solidFill>
          </a:ln>
        </p:spPr>
      </p:cxnSp>
      <p:sp>
        <p:nvSpPr>
          <p:cNvPr id="210"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FFB99845-D888-4252-9538-880487DCE5EE}"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11" name="Connecteur droit 15"/>
          <p:cNvCxnSpPr/>
          <p:nvPr/>
        </p:nvCxnSpPr>
        <p:spPr>
          <a:xfrm>
            <a:off x="0" y="6254640"/>
            <a:ext cx="12192480" cy="720"/>
          </a:xfrm>
          <a:prstGeom prst="straightConnector1">
            <a:avLst/>
          </a:prstGeom>
          <a:ln w="0">
            <a:solidFill>
              <a:srgbClr val="FFFFFF"/>
            </a:solidFill>
          </a:ln>
        </p:spPr>
      </p:cxnSp>
      <p:sp>
        <p:nvSpPr>
          <p:cNvPr id="212"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213" name="PlaceHolder 2"/>
          <p:cNvSpPr>
            <a:spLocks noGrp="1"/>
          </p:cNvSpPr>
          <p:nvPr>
            <p:ph type="body"/>
          </p:nvPr>
        </p:nvSpPr>
        <p:spPr>
          <a:xfrm>
            <a:off x="838080" y="2144880"/>
            <a:ext cx="10514880" cy="352188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214" name="PlaceHolder 3"/>
          <p:cNvSpPr>
            <a:spLocks noGrp="1"/>
          </p:cNvSpPr>
          <p:nvPr>
            <p:ph type="ftr" idx="1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égende et 2/3 contenu">
    <p:bg>
      <p:bgPr>
        <a:solidFill>
          <a:srgbClr val="FFFFFF"/>
        </a:solidFill>
      </p:bgPr>
    </p:bg>
    <p:spTree>
      <p:nvGrpSpPr>
        <p:cNvPr id="1" name=""/>
        <p:cNvGrpSpPr/>
        <p:nvPr/>
      </p:nvGrpSpPr>
      <p:grpSpPr>
        <a:xfrm>
          <a:off x="0" y="0"/>
          <a:ext cx="0" cy="0"/>
          <a:chOff x="0" y="0"/>
          <a:chExt cx="0" cy="0"/>
        </a:xfrm>
      </p:grpSpPr>
      <p:pic>
        <p:nvPicPr>
          <p:cNvPr id="215" name="Image 6"/>
          <p:cNvPicPr/>
          <p:nvPr/>
        </p:nvPicPr>
        <p:blipFill>
          <a:blip r:embed="rId2"/>
          <a:srcRect l="0" t="9549" r="0" b="9549"/>
          <a:stretch/>
        </p:blipFill>
        <p:spPr>
          <a:xfrm>
            <a:off x="2668320" y="6262920"/>
            <a:ext cx="9523080" cy="601200"/>
          </a:xfrm>
          <a:prstGeom prst="rect">
            <a:avLst/>
          </a:prstGeom>
          <a:noFill/>
          <a:ln w="0">
            <a:noFill/>
          </a:ln>
        </p:spPr>
      </p:pic>
      <p:sp>
        <p:nvSpPr>
          <p:cNvPr id="216"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17" name="Image 10"/>
          <p:cNvPicPr/>
          <p:nvPr/>
        </p:nvPicPr>
        <p:blipFill>
          <a:blip r:embed="rId3"/>
          <a:stretch/>
        </p:blipFill>
        <p:spPr>
          <a:xfrm>
            <a:off x="756720" y="6449760"/>
            <a:ext cx="908280" cy="238680"/>
          </a:xfrm>
          <a:prstGeom prst="rect">
            <a:avLst/>
          </a:prstGeom>
          <a:noFill/>
          <a:ln w="0">
            <a:noFill/>
          </a:ln>
        </p:spPr>
      </p:pic>
      <p:cxnSp>
        <p:nvCxnSpPr>
          <p:cNvPr id="218" name="Connecteur droit 11"/>
          <p:cNvCxnSpPr/>
          <p:nvPr/>
        </p:nvCxnSpPr>
        <p:spPr>
          <a:xfrm>
            <a:off x="0" y="145440"/>
            <a:ext cx="12192480" cy="720"/>
          </a:xfrm>
          <a:prstGeom prst="straightConnector1">
            <a:avLst/>
          </a:prstGeom>
          <a:ln w="0">
            <a:solidFill>
              <a:srgbClr val="E7E6E6"/>
            </a:solidFill>
          </a:ln>
        </p:spPr>
      </p:cxnSp>
      <p:cxnSp>
        <p:nvCxnSpPr>
          <p:cNvPr id="219" name="Connecteur droit 12"/>
          <p:cNvCxnSpPr/>
          <p:nvPr/>
        </p:nvCxnSpPr>
        <p:spPr>
          <a:xfrm>
            <a:off x="12033360" y="-6480"/>
            <a:ext cx="720" cy="6851520"/>
          </a:xfrm>
          <a:prstGeom prst="straightConnector1">
            <a:avLst/>
          </a:prstGeom>
          <a:ln w="0">
            <a:solidFill>
              <a:srgbClr val="E7E6E6"/>
            </a:solidFill>
          </a:ln>
        </p:spPr>
      </p:cxnSp>
      <p:cxnSp>
        <p:nvCxnSpPr>
          <p:cNvPr id="220" name="Connecteur droit 13"/>
          <p:cNvCxnSpPr/>
          <p:nvPr/>
        </p:nvCxnSpPr>
        <p:spPr>
          <a:xfrm>
            <a:off x="2668320" y="6255720"/>
            <a:ext cx="720" cy="596160"/>
          </a:xfrm>
          <a:prstGeom prst="straightConnector1">
            <a:avLst/>
          </a:prstGeom>
          <a:ln w="0">
            <a:solidFill>
              <a:srgbClr val="E7E6E6"/>
            </a:solidFill>
          </a:ln>
        </p:spPr>
      </p:cxnSp>
      <p:sp>
        <p:nvSpPr>
          <p:cNvPr id="221"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5BD64DCB-BA19-4912-8925-DEF7CBCAD393}"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22" name="Connecteur droit 15"/>
          <p:cNvCxnSpPr/>
          <p:nvPr/>
        </p:nvCxnSpPr>
        <p:spPr>
          <a:xfrm>
            <a:off x="0" y="6254640"/>
            <a:ext cx="12192480" cy="720"/>
          </a:xfrm>
          <a:prstGeom prst="straightConnector1">
            <a:avLst/>
          </a:prstGeom>
          <a:ln w="0">
            <a:solidFill>
              <a:srgbClr val="FFFFFF"/>
            </a:solidFill>
          </a:ln>
        </p:spPr>
      </p:cxnSp>
      <p:sp>
        <p:nvSpPr>
          <p:cNvPr id="223" name="PlaceHolder 1"/>
          <p:cNvSpPr>
            <a:spLocks noGrp="1"/>
          </p:cNvSpPr>
          <p:nvPr>
            <p:ph type="body"/>
          </p:nvPr>
        </p:nvSpPr>
        <p:spPr>
          <a:xfrm>
            <a:off x="4505400" y="859320"/>
            <a:ext cx="6928920" cy="4771800"/>
          </a:xfrm>
          <a:prstGeom prst="rect">
            <a:avLst/>
          </a:prstGeom>
          <a:noFill/>
          <a:ln w="0">
            <a:noFill/>
          </a:ln>
        </p:spPr>
        <p:txBody>
          <a:bodyPr lIns="91440" tIns="45720" rIns="91440" bIns="45720" anchor="t">
            <a:noAutofit/>
          </a:bodyPr>
          <a:lstStyle>
            <a:lvl1pPr indent="0" algn="l" defTabSz="914400">
              <a:lnSpc>
                <a:spcPct val="12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12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224" name="PlaceHolder 2"/>
          <p:cNvSpPr>
            <a:spLocks noGrp="1"/>
          </p:cNvSpPr>
          <p:nvPr>
            <p:ph type="ftr" idx="18"/>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5" name="PlaceHolder 3"/>
          <p:cNvSpPr>
            <a:spLocks noGrp="1"/>
          </p:cNvSpPr>
          <p:nvPr>
            <p:ph type="sldNum" idx="19"/>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34A3F113-80D0-4713-A19D-8F9314B56ED6}"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226" name="PlaceHolder 4"/>
          <p:cNvSpPr>
            <a:spLocks noGrp="1"/>
          </p:cNvSpPr>
          <p:nvPr>
            <p:ph type="body"/>
          </p:nvPr>
        </p:nvSpPr>
        <p:spPr>
          <a:xfrm>
            <a:off x="839880" y="2202840"/>
            <a:ext cx="2933640" cy="343188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227" name="PlaceHolder 5"/>
          <p:cNvSpPr>
            <a:spLocks noGrp="1"/>
          </p:cNvSpPr>
          <p:nvPr>
            <p:ph type="title" hasCustomPrompt="1"/>
          </p:nvPr>
        </p:nvSpPr>
        <p:spPr>
          <a:xfrm>
            <a:off x="838080" y="860040"/>
            <a:ext cx="293364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titre</a:t>
            </a:r>
            <a:endParaRPr lang="fr-FR" sz="3600" b="0" u="none" strike="noStrike">
              <a:solidFill>
                <a:schemeClr val="dk2"/>
              </a:solidFill>
              <a:effectLst/>
              <a:uFillTx/>
              <a:latin typeface="Roboto Black"/>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égende et 2/3 image">
    <p:bg>
      <p:bgPr>
        <a:solidFill>
          <a:srgbClr val="FFFFFF"/>
        </a:solidFill>
      </p:bgPr>
    </p:bg>
    <p:spTree>
      <p:nvGrpSpPr>
        <p:cNvPr id="1" name=""/>
        <p:cNvGrpSpPr/>
        <p:nvPr/>
      </p:nvGrpSpPr>
      <p:grpSpPr>
        <a:xfrm>
          <a:off x="0" y="0"/>
          <a:ext cx="0" cy="0"/>
          <a:chOff x="0" y="0"/>
          <a:chExt cx="0" cy="0"/>
        </a:xfrm>
      </p:grpSpPr>
      <p:pic>
        <p:nvPicPr>
          <p:cNvPr id="228" name="Image 6"/>
          <p:cNvPicPr/>
          <p:nvPr/>
        </p:nvPicPr>
        <p:blipFill>
          <a:blip r:embed="rId2"/>
          <a:srcRect l="0" t="9549" r="0" b="9549"/>
          <a:stretch/>
        </p:blipFill>
        <p:spPr>
          <a:xfrm>
            <a:off x="2668320" y="6262920"/>
            <a:ext cx="9523080" cy="601200"/>
          </a:xfrm>
          <a:prstGeom prst="rect">
            <a:avLst/>
          </a:prstGeom>
          <a:noFill/>
          <a:ln w="0">
            <a:noFill/>
          </a:ln>
        </p:spPr>
      </p:pic>
      <p:sp>
        <p:nvSpPr>
          <p:cNvPr id="22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30" name="Image 10"/>
          <p:cNvPicPr/>
          <p:nvPr/>
        </p:nvPicPr>
        <p:blipFill>
          <a:blip r:embed="rId3"/>
          <a:stretch/>
        </p:blipFill>
        <p:spPr>
          <a:xfrm>
            <a:off x="756720" y="6449760"/>
            <a:ext cx="908280" cy="238680"/>
          </a:xfrm>
          <a:prstGeom prst="rect">
            <a:avLst/>
          </a:prstGeom>
          <a:noFill/>
          <a:ln w="0">
            <a:noFill/>
          </a:ln>
        </p:spPr>
      </p:pic>
      <p:cxnSp>
        <p:nvCxnSpPr>
          <p:cNvPr id="231" name="Connecteur droit 11"/>
          <p:cNvCxnSpPr/>
          <p:nvPr/>
        </p:nvCxnSpPr>
        <p:spPr>
          <a:xfrm>
            <a:off x="0" y="145440"/>
            <a:ext cx="12192480" cy="720"/>
          </a:xfrm>
          <a:prstGeom prst="straightConnector1">
            <a:avLst/>
          </a:prstGeom>
          <a:ln w="0">
            <a:solidFill>
              <a:srgbClr val="E7E6E6"/>
            </a:solidFill>
          </a:ln>
        </p:spPr>
      </p:cxnSp>
      <p:cxnSp>
        <p:nvCxnSpPr>
          <p:cNvPr id="232" name="Connecteur droit 12"/>
          <p:cNvCxnSpPr/>
          <p:nvPr/>
        </p:nvCxnSpPr>
        <p:spPr>
          <a:xfrm>
            <a:off x="12033360" y="-6480"/>
            <a:ext cx="720" cy="6851520"/>
          </a:xfrm>
          <a:prstGeom prst="straightConnector1">
            <a:avLst/>
          </a:prstGeom>
          <a:ln w="0">
            <a:solidFill>
              <a:srgbClr val="E7E6E6"/>
            </a:solidFill>
          </a:ln>
        </p:spPr>
      </p:cxnSp>
      <p:cxnSp>
        <p:nvCxnSpPr>
          <p:cNvPr id="233" name="Connecteur droit 13"/>
          <p:cNvCxnSpPr/>
          <p:nvPr/>
        </p:nvCxnSpPr>
        <p:spPr>
          <a:xfrm>
            <a:off x="2668320" y="6255720"/>
            <a:ext cx="720" cy="596160"/>
          </a:xfrm>
          <a:prstGeom prst="straightConnector1">
            <a:avLst/>
          </a:prstGeom>
          <a:ln w="0">
            <a:solidFill>
              <a:srgbClr val="E7E6E6"/>
            </a:solidFill>
          </a:ln>
        </p:spPr>
      </p:cxnSp>
      <p:sp>
        <p:nvSpPr>
          <p:cNvPr id="23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5BC694A-4C41-4136-A31F-D23592611B66}"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35" name="Connecteur droit 15"/>
          <p:cNvCxnSpPr/>
          <p:nvPr/>
        </p:nvCxnSpPr>
        <p:spPr>
          <a:xfrm>
            <a:off x="0" y="6254640"/>
            <a:ext cx="12192480" cy="720"/>
          </a:xfrm>
          <a:prstGeom prst="straightConnector1">
            <a:avLst/>
          </a:prstGeom>
          <a:ln w="0">
            <a:solidFill>
              <a:srgbClr val="FFFFFF"/>
            </a:solidFill>
          </a:ln>
        </p:spPr>
      </p:cxnSp>
      <p:sp>
        <p:nvSpPr>
          <p:cNvPr id="236" name="PlaceHolder 1"/>
          <p:cNvSpPr>
            <a:spLocks noGrp="1"/>
          </p:cNvSpPr>
          <p:nvPr>
            <p:ph type="body"/>
          </p:nvPr>
        </p:nvSpPr>
        <p:spPr>
          <a:xfrm>
            <a:off x="4563720" y="860040"/>
            <a:ext cx="6870960" cy="477468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32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3200" b="0" u="none" strike="noStrike">
                <a:solidFill>
                  <a:schemeClr val="dk2"/>
                </a:solidFill>
                <a:effectLst/>
                <a:uFillTx/>
                <a:latin typeface="Roboto Light"/>
              </a:rPr>
              <a:t>Click to edit the outline text format</a:t>
            </a:r>
            <a:endParaRPr lang="fr-FR" sz="32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2"/>
                </a:solidFill>
                <a:effectLst/>
                <a:uFillTx/>
                <a:latin typeface="Roboto Light"/>
              </a:rPr>
              <a:t>Second Outline Level</a:t>
            </a:r>
            <a:endParaRPr lang="fr-FR" sz="32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Third Outline Level</a:t>
            </a:r>
            <a:endParaRPr lang="fr-FR" sz="32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2"/>
                </a:solidFill>
                <a:effectLst/>
                <a:uFillTx/>
                <a:latin typeface="Roboto Light"/>
              </a:rPr>
              <a:t>Fourth Outline Level</a:t>
            </a:r>
            <a:endParaRPr lang="fr-FR" sz="32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Fifth Outline Level</a:t>
            </a:r>
            <a:endParaRPr lang="fr-FR" sz="32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Sixth Outline Level</a:t>
            </a:r>
            <a:endParaRPr lang="fr-FR" sz="32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Seventh Outline Level</a:t>
            </a:r>
            <a:endParaRPr lang="fr-FR" sz="3200" b="0" u="none" strike="noStrike">
              <a:solidFill>
                <a:schemeClr val="dk2"/>
              </a:solidFill>
              <a:effectLst/>
              <a:uFillTx/>
              <a:latin typeface="Roboto Light"/>
            </a:endParaRPr>
          </a:p>
        </p:txBody>
      </p:sp>
      <p:sp>
        <p:nvSpPr>
          <p:cNvPr id="237" name="PlaceHolder 2"/>
          <p:cNvSpPr>
            <a:spLocks noGrp="1"/>
          </p:cNvSpPr>
          <p:nvPr>
            <p:ph type="ftr" idx="2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8" name="PlaceHolder 3"/>
          <p:cNvSpPr>
            <a:spLocks noGrp="1"/>
          </p:cNvSpPr>
          <p:nvPr>
            <p:ph type="sldNum" idx="21"/>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284BA2C2-AD2C-490E-89B4-CFC6560F9293}"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239" name="PlaceHolder 4"/>
          <p:cNvSpPr>
            <a:spLocks noGrp="1"/>
          </p:cNvSpPr>
          <p:nvPr>
            <p:ph type="body"/>
          </p:nvPr>
        </p:nvSpPr>
        <p:spPr>
          <a:xfrm>
            <a:off x="839880" y="2202840"/>
            <a:ext cx="2933640" cy="343188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240" name="PlaceHolder 5"/>
          <p:cNvSpPr>
            <a:spLocks noGrp="1"/>
          </p:cNvSpPr>
          <p:nvPr>
            <p:ph type="title" hasCustomPrompt="1"/>
          </p:nvPr>
        </p:nvSpPr>
        <p:spPr>
          <a:xfrm>
            <a:off x="838080" y="860040"/>
            <a:ext cx="293364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titre</a:t>
            </a:r>
            <a:endParaRPr lang="fr-FR" sz="3600" b="0" u="none" strike="noStrike">
              <a:solidFill>
                <a:schemeClr val="dk2"/>
              </a:solidFill>
              <a:effectLst/>
              <a:uFillTx/>
              <a:latin typeface="Roboto Black"/>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3 - Image et texte">
    <p:bg>
      <p:bgPr>
        <a:solidFill>
          <a:srgbClr val="FFFFFF"/>
        </a:solidFill>
      </p:bgPr>
    </p:bg>
    <p:spTree>
      <p:nvGrpSpPr>
        <p:cNvPr id="1" name=""/>
        <p:cNvGrpSpPr/>
        <p:nvPr/>
      </p:nvGrpSpPr>
      <p:grpSpPr>
        <a:xfrm>
          <a:off x="0" y="0"/>
          <a:ext cx="0" cy="0"/>
          <a:chOff x="0" y="0"/>
          <a:chExt cx="0" cy="0"/>
        </a:xfrm>
      </p:grpSpPr>
      <p:pic>
        <p:nvPicPr>
          <p:cNvPr id="241" name="Image 6"/>
          <p:cNvPicPr/>
          <p:nvPr/>
        </p:nvPicPr>
        <p:blipFill>
          <a:blip r:embed="rId2"/>
          <a:srcRect l="0" t="9549" r="0" b="9549"/>
          <a:stretch/>
        </p:blipFill>
        <p:spPr>
          <a:xfrm>
            <a:off x="2668320" y="6262920"/>
            <a:ext cx="9523080" cy="601200"/>
          </a:xfrm>
          <a:prstGeom prst="rect">
            <a:avLst/>
          </a:prstGeom>
          <a:noFill/>
          <a:ln w="0">
            <a:noFill/>
          </a:ln>
        </p:spPr>
      </p:pic>
      <p:sp>
        <p:nvSpPr>
          <p:cNvPr id="242"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43" name="Image 10"/>
          <p:cNvPicPr/>
          <p:nvPr/>
        </p:nvPicPr>
        <p:blipFill>
          <a:blip r:embed="rId3"/>
          <a:stretch/>
        </p:blipFill>
        <p:spPr>
          <a:xfrm>
            <a:off x="756720" y="6449760"/>
            <a:ext cx="908280" cy="238680"/>
          </a:xfrm>
          <a:prstGeom prst="rect">
            <a:avLst/>
          </a:prstGeom>
          <a:noFill/>
          <a:ln w="0">
            <a:noFill/>
          </a:ln>
        </p:spPr>
      </p:pic>
      <p:cxnSp>
        <p:nvCxnSpPr>
          <p:cNvPr id="244" name="Connecteur droit 11"/>
          <p:cNvCxnSpPr/>
          <p:nvPr/>
        </p:nvCxnSpPr>
        <p:spPr>
          <a:xfrm>
            <a:off x="0" y="145440"/>
            <a:ext cx="12192480" cy="720"/>
          </a:xfrm>
          <a:prstGeom prst="straightConnector1">
            <a:avLst/>
          </a:prstGeom>
          <a:ln w="0">
            <a:solidFill>
              <a:srgbClr val="E7E6E6"/>
            </a:solidFill>
          </a:ln>
        </p:spPr>
      </p:cxnSp>
      <p:cxnSp>
        <p:nvCxnSpPr>
          <p:cNvPr id="245" name="Connecteur droit 12"/>
          <p:cNvCxnSpPr/>
          <p:nvPr/>
        </p:nvCxnSpPr>
        <p:spPr>
          <a:xfrm>
            <a:off x="12033360" y="-6480"/>
            <a:ext cx="720" cy="6851520"/>
          </a:xfrm>
          <a:prstGeom prst="straightConnector1">
            <a:avLst/>
          </a:prstGeom>
          <a:ln w="0">
            <a:solidFill>
              <a:srgbClr val="E7E6E6"/>
            </a:solidFill>
          </a:ln>
        </p:spPr>
      </p:cxnSp>
      <p:cxnSp>
        <p:nvCxnSpPr>
          <p:cNvPr id="246" name="Connecteur droit 13"/>
          <p:cNvCxnSpPr/>
          <p:nvPr/>
        </p:nvCxnSpPr>
        <p:spPr>
          <a:xfrm>
            <a:off x="2668320" y="6255720"/>
            <a:ext cx="720" cy="596160"/>
          </a:xfrm>
          <a:prstGeom prst="straightConnector1">
            <a:avLst/>
          </a:prstGeom>
          <a:ln w="0">
            <a:solidFill>
              <a:srgbClr val="E7E6E6"/>
            </a:solidFill>
          </a:ln>
        </p:spPr>
      </p:cxnSp>
      <p:sp>
        <p:nvSpPr>
          <p:cNvPr id="247"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540AA259-A69E-4D7A-A414-EFF45FA723A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48" name="Connecteur droit 15"/>
          <p:cNvCxnSpPr/>
          <p:nvPr/>
        </p:nvCxnSpPr>
        <p:spPr>
          <a:xfrm>
            <a:off x="0" y="6254640"/>
            <a:ext cx="12192480" cy="720"/>
          </a:xfrm>
          <a:prstGeom prst="straightConnector1">
            <a:avLst/>
          </a:prstGeom>
          <a:ln w="0">
            <a:solidFill>
              <a:srgbClr val="FFFFFF"/>
            </a:solidFill>
          </a:ln>
        </p:spPr>
      </p:cxnSp>
      <p:sp>
        <p:nvSpPr>
          <p:cNvPr id="249" name="PlaceHolder 1"/>
          <p:cNvSpPr>
            <a:spLocks noGrp="1"/>
          </p:cNvSpPr>
          <p:nvPr>
            <p:ph type="ftr" idx="22"/>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0" name="PlaceHolder 2"/>
          <p:cNvSpPr>
            <a:spLocks noGrp="1"/>
          </p:cNvSpPr>
          <p:nvPr>
            <p:ph type="body"/>
          </p:nvPr>
        </p:nvSpPr>
        <p:spPr>
          <a:xfrm>
            <a:off x="832320" y="4370040"/>
            <a:ext cx="23767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51" name="PlaceHolder 3"/>
          <p:cNvSpPr>
            <a:spLocks noGrp="1"/>
          </p:cNvSpPr>
          <p:nvPr>
            <p:ph type="body"/>
          </p:nvPr>
        </p:nvSpPr>
        <p:spPr>
          <a:xfrm>
            <a:off x="83232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52" name="PlaceHolder 4"/>
          <p:cNvSpPr>
            <a:spLocks noGrp="1"/>
          </p:cNvSpPr>
          <p:nvPr>
            <p:ph type="body" hasCustomPrompt="1"/>
          </p:nvPr>
        </p:nvSpPr>
        <p:spPr>
          <a:xfrm>
            <a:off x="83232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cxnSp>
        <p:nvCxnSpPr>
          <p:cNvPr id="253" name="Connecteur droit 6"/>
          <p:cNvCxnSpPr/>
          <p:nvPr/>
        </p:nvCxnSpPr>
        <p:spPr>
          <a:xfrm>
            <a:off x="4011120" y="0"/>
            <a:ext cx="720" cy="6258960"/>
          </a:xfrm>
          <a:prstGeom prst="straightConnector1">
            <a:avLst/>
          </a:prstGeom>
          <a:ln w="0">
            <a:solidFill>
              <a:srgbClr val="E7E6E6"/>
            </a:solidFill>
          </a:ln>
        </p:spPr>
      </p:cxnSp>
      <p:cxnSp>
        <p:nvCxnSpPr>
          <p:cNvPr id="254" name="Connecteur droit 7"/>
          <p:cNvCxnSpPr/>
          <p:nvPr/>
        </p:nvCxnSpPr>
        <p:spPr>
          <a:xfrm>
            <a:off x="8022600" y="-13320"/>
            <a:ext cx="720" cy="6258960"/>
          </a:xfrm>
          <a:prstGeom prst="straightConnector1">
            <a:avLst/>
          </a:prstGeom>
          <a:ln w="0">
            <a:solidFill>
              <a:srgbClr val="E7E6E6"/>
            </a:solidFill>
          </a:ln>
        </p:spPr>
      </p:cxnSp>
      <p:sp>
        <p:nvSpPr>
          <p:cNvPr id="255" name="PlaceHolder 5"/>
          <p:cNvSpPr>
            <a:spLocks noGrp="1"/>
          </p:cNvSpPr>
          <p:nvPr>
            <p:ph type="body"/>
          </p:nvPr>
        </p:nvSpPr>
        <p:spPr>
          <a:xfrm>
            <a:off x="4843800" y="4370040"/>
            <a:ext cx="23767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56" name="PlaceHolder 6"/>
          <p:cNvSpPr>
            <a:spLocks noGrp="1"/>
          </p:cNvSpPr>
          <p:nvPr>
            <p:ph type="body"/>
          </p:nvPr>
        </p:nvSpPr>
        <p:spPr>
          <a:xfrm>
            <a:off x="484380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57" name="PlaceHolder 7"/>
          <p:cNvSpPr>
            <a:spLocks noGrp="1"/>
          </p:cNvSpPr>
          <p:nvPr>
            <p:ph type="body" hasCustomPrompt="1"/>
          </p:nvPr>
        </p:nvSpPr>
        <p:spPr>
          <a:xfrm>
            <a:off x="484380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258" name="PlaceHolder 8"/>
          <p:cNvSpPr>
            <a:spLocks noGrp="1"/>
          </p:cNvSpPr>
          <p:nvPr>
            <p:ph type="body"/>
          </p:nvPr>
        </p:nvSpPr>
        <p:spPr>
          <a:xfrm>
            <a:off x="8824320" y="4370040"/>
            <a:ext cx="23767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59" name="PlaceHolder 9"/>
          <p:cNvSpPr>
            <a:spLocks noGrp="1"/>
          </p:cNvSpPr>
          <p:nvPr>
            <p:ph type="body"/>
          </p:nvPr>
        </p:nvSpPr>
        <p:spPr>
          <a:xfrm>
            <a:off x="882432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60" name="PlaceHolder 10"/>
          <p:cNvSpPr>
            <a:spLocks noGrp="1"/>
          </p:cNvSpPr>
          <p:nvPr>
            <p:ph type="body" hasCustomPrompt="1"/>
          </p:nvPr>
        </p:nvSpPr>
        <p:spPr>
          <a:xfrm>
            <a:off x="882432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3 - Texte">
    <p:bg>
      <p:bgPr>
        <a:solidFill>
          <a:srgbClr val="FFFFFF"/>
        </a:solidFill>
      </p:bgPr>
    </p:bg>
    <p:spTree>
      <p:nvGrpSpPr>
        <p:cNvPr id="1" name=""/>
        <p:cNvGrpSpPr/>
        <p:nvPr/>
      </p:nvGrpSpPr>
      <p:grpSpPr>
        <a:xfrm>
          <a:off x="0" y="0"/>
          <a:ext cx="0" cy="0"/>
          <a:chOff x="0" y="0"/>
          <a:chExt cx="0" cy="0"/>
        </a:xfrm>
      </p:grpSpPr>
      <p:pic>
        <p:nvPicPr>
          <p:cNvPr id="261" name="Image 6"/>
          <p:cNvPicPr/>
          <p:nvPr/>
        </p:nvPicPr>
        <p:blipFill>
          <a:blip r:embed="rId2"/>
          <a:srcRect l="0" t="9549" r="0" b="9549"/>
          <a:stretch/>
        </p:blipFill>
        <p:spPr>
          <a:xfrm>
            <a:off x="2668320" y="6262920"/>
            <a:ext cx="9523080" cy="601200"/>
          </a:xfrm>
          <a:prstGeom prst="rect">
            <a:avLst/>
          </a:prstGeom>
          <a:noFill/>
          <a:ln w="0">
            <a:noFill/>
          </a:ln>
        </p:spPr>
      </p:pic>
      <p:sp>
        <p:nvSpPr>
          <p:cNvPr id="262"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63" name="Image 10"/>
          <p:cNvPicPr/>
          <p:nvPr/>
        </p:nvPicPr>
        <p:blipFill>
          <a:blip r:embed="rId3"/>
          <a:stretch/>
        </p:blipFill>
        <p:spPr>
          <a:xfrm>
            <a:off x="756720" y="6449760"/>
            <a:ext cx="908280" cy="238680"/>
          </a:xfrm>
          <a:prstGeom prst="rect">
            <a:avLst/>
          </a:prstGeom>
          <a:noFill/>
          <a:ln w="0">
            <a:noFill/>
          </a:ln>
        </p:spPr>
      </p:pic>
      <p:cxnSp>
        <p:nvCxnSpPr>
          <p:cNvPr id="264" name="Connecteur droit 11"/>
          <p:cNvCxnSpPr/>
          <p:nvPr/>
        </p:nvCxnSpPr>
        <p:spPr>
          <a:xfrm>
            <a:off x="0" y="145440"/>
            <a:ext cx="12192480" cy="720"/>
          </a:xfrm>
          <a:prstGeom prst="straightConnector1">
            <a:avLst/>
          </a:prstGeom>
          <a:ln w="0">
            <a:solidFill>
              <a:srgbClr val="E7E6E6"/>
            </a:solidFill>
          </a:ln>
        </p:spPr>
      </p:cxnSp>
      <p:cxnSp>
        <p:nvCxnSpPr>
          <p:cNvPr id="265" name="Connecteur droit 12"/>
          <p:cNvCxnSpPr/>
          <p:nvPr/>
        </p:nvCxnSpPr>
        <p:spPr>
          <a:xfrm>
            <a:off x="12033360" y="-6480"/>
            <a:ext cx="720" cy="6851520"/>
          </a:xfrm>
          <a:prstGeom prst="straightConnector1">
            <a:avLst/>
          </a:prstGeom>
          <a:ln w="0">
            <a:solidFill>
              <a:srgbClr val="E7E6E6"/>
            </a:solidFill>
          </a:ln>
        </p:spPr>
      </p:cxnSp>
      <p:cxnSp>
        <p:nvCxnSpPr>
          <p:cNvPr id="266" name="Connecteur droit 13"/>
          <p:cNvCxnSpPr/>
          <p:nvPr/>
        </p:nvCxnSpPr>
        <p:spPr>
          <a:xfrm>
            <a:off x="2668320" y="6255720"/>
            <a:ext cx="720" cy="596160"/>
          </a:xfrm>
          <a:prstGeom prst="straightConnector1">
            <a:avLst/>
          </a:prstGeom>
          <a:ln w="0">
            <a:solidFill>
              <a:srgbClr val="E7E6E6"/>
            </a:solidFill>
          </a:ln>
        </p:spPr>
      </p:cxnSp>
      <p:sp>
        <p:nvSpPr>
          <p:cNvPr id="267"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183E07A4-7A90-4101-AD8F-FE445FE330C0}"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68" name="Connecteur droit 15"/>
          <p:cNvCxnSpPr/>
          <p:nvPr/>
        </p:nvCxnSpPr>
        <p:spPr>
          <a:xfrm>
            <a:off x="0" y="6254640"/>
            <a:ext cx="12192480" cy="720"/>
          </a:xfrm>
          <a:prstGeom prst="straightConnector1">
            <a:avLst/>
          </a:prstGeom>
          <a:ln w="0">
            <a:solidFill>
              <a:srgbClr val="FFFFFF"/>
            </a:solidFill>
          </a:ln>
        </p:spPr>
      </p:cxnSp>
      <p:sp>
        <p:nvSpPr>
          <p:cNvPr id="269" name="PlaceHolder 1"/>
          <p:cNvSpPr>
            <a:spLocks noGrp="1"/>
          </p:cNvSpPr>
          <p:nvPr>
            <p:ph type="ftr" idx="2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0" name="PlaceHolder 2"/>
          <p:cNvSpPr>
            <a:spLocks noGrp="1"/>
          </p:cNvSpPr>
          <p:nvPr>
            <p:ph type="body"/>
          </p:nvPr>
        </p:nvSpPr>
        <p:spPr>
          <a:xfrm>
            <a:off x="832320" y="2526120"/>
            <a:ext cx="237672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71" name="PlaceHolder 3"/>
          <p:cNvSpPr>
            <a:spLocks noGrp="1"/>
          </p:cNvSpPr>
          <p:nvPr>
            <p:ph type="body" hasCustomPrompt="1"/>
          </p:nvPr>
        </p:nvSpPr>
        <p:spPr>
          <a:xfrm>
            <a:off x="83232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cxnSp>
        <p:nvCxnSpPr>
          <p:cNvPr id="272" name="Connecteur droit 6"/>
          <p:cNvCxnSpPr/>
          <p:nvPr/>
        </p:nvCxnSpPr>
        <p:spPr>
          <a:xfrm>
            <a:off x="4011120" y="0"/>
            <a:ext cx="720" cy="6258960"/>
          </a:xfrm>
          <a:prstGeom prst="straightConnector1">
            <a:avLst/>
          </a:prstGeom>
          <a:ln w="0">
            <a:solidFill>
              <a:srgbClr val="E7E6E6"/>
            </a:solidFill>
          </a:ln>
        </p:spPr>
      </p:cxnSp>
      <p:cxnSp>
        <p:nvCxnSpPr>
          <p:cNvPr id="273" name="Connecteur droit 7"/>
          <p:cNvCxnSpPr/>
          <p:nvPr/>
        </p:nvCxnSpPr>
        <p:spPr>
          <a:xfrm>
            <a:off x="8022600" y="-13320"/>
            <a:ext cx="720" cy="6258960"/>
          </a:xfrm>
          <a:prstGeom prst="straightConnector1">
            <a:avLst/>
          </a:prstGeom>
          <a:ln w="0">
            <a:solidFill>
              <a:srgbClr val="E7E6E6"/>
            </a:solidFill>
          </a:ln>
        </p:spPr>
      </p:cxnSp>
      <p:sp>
        <p:nvSpPr>
          <p:cNvPr id="274" name="PlaceHolder 4"/>
          <p:cNvSpPr>
            <a:spLocks noGrp="1"/>
          </p:cNvSpPr>
          <p:nvPr>
            <p:ph type="body"/>
          </p:nvPr>
        </p:nvSpPr>
        <p:spPr>
          <a:xfrm>
            <a:off x="4828320" y="2526120"/>
            <a:ext cx="237672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75" name="PlaceHolder 5"/>
          <p:cNvSpPr>
            <a:spLocks noGrp="1"/>
          </p:cNvSpPr>
          <p:nvPr>
            <p:ph type="body" hasCustomPrompt="1"/>
          </p:nvPr>
        </p:nvSpPr>
        <p:spPr>
          <a:xfrm>
            <a:off x="482832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276" name="PlaceHolder 6"/>
          <p:cNvSpPr>
            <a:spLocks noGrp="1"/>
          </p:cNvSpPr>
          <p:nvPr>
            <p:ph type="body"/>
          </p:nvPr>
        </p:nvSpPr>
        <p:spPr>
          <a:xfrm>
            <a:off x="8839440" y="2526120"/>
            <a:ext cx="237672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77" name="PlaceHolder 7"/>
          <p:cNvSpPr>
            <a:spLocks noGrp="1"/>
          </p:cNvSpPr>
          <p:nvPr>
            <p:ph type="body" hasCustomPrompt="1"/>
          </p:nvPr>
        </p:nvSpPr>
        <p:spPr>
          <a:xfrm>
            <a:off x="883944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4 - Image et texte">
    <p:bg>
      <p:bgPr>
        <a:solidFill>
          <a:srgbClr val="FFFFFF"/>
        </a:solidFill>
      </p:bgPr>
    </p:bg>
    <p:spTree>
      <p:nvGrpSpPr>
        <p:cNvPr id="1" name=""/>
        <p:cNvGrpSpPr/>
        <p:nvPr/>
      </p:nvGrpSpPr>
      <p:grpSpPr>
        <a:xfrm>
          <a:off x="0" y="0"/>
          <a:ext cx="0" cy="0"/>
          <a:chOff x="0" y="0"/>
          <a:chExt cx="0" cy="0"/>
        </a:xfrm>
      </p:grpSpPr>
      <p:pic>
        <p:nvPicPr>
          <p:cNvPr id="278" name="Image 6"/>
          <p:cNvPicPr/>
          <p:nvPr/>
        </p:nvPicPr>
        <p:blipFill>
          <a:blip r:embed="rId2"/>
          <a:srcRect l="0" t="9549" r="0" b="9549"/>
          <a:stretch/>
        </p:blipFill>
        <p:spPr>
          <a:xfrm>
            <a:off x="2668320" y="6262920"/>
            <a:ext cx="9523080" cy="601200"/>
          </a:xfrm>
          <a:prstGeom prst="rect">
            <a:avLst/>
          </a:prstGeom>
          <a:noFill/>
          <a:ln w="0">
            <a:noFill/>
          </a:ln>
        </p:spPr>
      </p:pic>
      <p:sp>
        <p:nvSpPr>
          <p:cNvPr id="27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280" name="Image 10"/>
          <p:cNvPicPr/>
          <p:nvPr/>
        </p:nvPicPr>
        <p:blipFill>
          <a:blip r:embed="rId3"/>
          <a:stretch/>
        </p:blipFill>
        <p:spPr>
          <a:xfrm>
            <a:off x="756720" y="6449760"/>
            <a:ext cx="908280" cy="238680"/>
          </a:xfrm>
          <a:prstGeom prst="rect">
            <a:avLst/>
          </a:prstGeom>
          <a:noFill/>
          <a:ln w="0">
            <a:noFill/>
          </a:ln>
        </p:spPr>
      </p:pic>
      <p:cxnSp>
        <p:nvCxnSpPr>
          <p:cNvPr id="281" name="Connecteur droit 11"/>
          <p:cNvCxnSpPr/>
          <p:nvPr/>
        </p:nvCxnSpPr>
        <p:spPr>
          <a:xfrm>
            <a:off x="0" y="145440"/>
            <a:ext cx="12192480" cy="720"/>
          </a:xfrm>
          <a:prstGeom prst="straightConnector1">
            <a:avLst/>
          </a:prstGeom>
          <a:ln w="0">
            <a:solidFill>
              <a:srgbClr val="E7E6E6"/>
            </a:solidFill>
          </a:ln>
        </p:spPr>
      </p:cxnSp>
      <p:cxnSp>
        <p:nvCxnSpPr>
          <p:cNvPr id="282" name="Connecteur droit 12"/>
          <p:cNvCxnSpPr/>
          <p:nvPr/>
        </p:nvCxnSpPr>
        <p:spPr>
          <a:xfrm>
            <a:off x="12033360" y="-6480"/>
            <a:ext cx="720" cy="6851520"/>
          </a:xfrm>
          <a:prstGeom prst="straightConnector1">
            <a:avLst/>
          </a:prstGeom>
          <a:ln w="0">
            <a:solidFill>
              <a:srgbClr val="E7E6E6"/>
            </a:solidFill>
          </a:ln>
        </p:spPr>
      </p:cxnSp>
      <p:cxnSp>
        <p:nvCxnSpPr>
          <p:cNvPr id="283" name="Connecteur droit 13"/>
          <p:cNvCxnSpPr/>
          <p:nvPr/>
        </p:nvCxnSpPr>
        <p:spPr>
          <a:xfrm>
            <a:off x="2668320" y="6255720"/>
            <a:ext cx="720" cy="596160"/>
          </a:xfrm>
          <a:prstGeom prst="straightConnector1">
            <a:avLst/>
          </a:prstGeom>
          <a:ln w="0">
            <a:solidFill>
              <a:srgbClr val="E7E6E6"/>
            </a:solidFill>
          </a:ln>
        </p:spPr>
      </p:cxnSp>
      <p:sp>
        <p:nvSpPr>
          <p:cNvPr id="28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9393A2F8-62B8-4DC0-B54E-6DF3B3DE2335}"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285" name="Connecteur droit 15"/>
          <p:cNvCxnSpPr/>
          <p:nvPr/>
        </p:nvCxnSpPr>
        <p:spPr>
          <a:xfrm>
            <a:off x="0" y="6254640"/>
            <a:ext cx="12192480" cy="720"/>
          </a:xfrm>
          <a:prstGeom prst="straightConnector1">
            <a:avLst/>
          </a:prstGeom>
          <a:ln w="0">
            <a:solidFill>
              <a:srgbClr val="FFFFFF"/>
            </a:solidFill>
          </a:ln>
        </p:spPr>
      </p:cxnSp>
      <p:sp>
        <p:nvSpPr>
          <p:cNvPr id="286" name="PlaceHolder 1"/>
          <p:cNvSpPr>
            <a:spLocks noGrp="1"/>
          </p:cNvSpPr>
          <p:nvPr>
            <p:ph type="ftr" idx="24"/>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287" name="Connecteur droit 3"/>
          <p:cNvCxnSpPr/>
          <p:nvPr/>
        </p:nvCxnSpPr>
        <p:spPr>
          <a:xfrm>
            <a:off x="3008160" y="0"/>
            <a:ext cx="720" cy="6258960"/>
          </a:xfrm>
          <a:prstGeom prst="straightConnector1">
            <a:avLst/>
          </a:prstGeom>
          <a:ln w="0">
            <a:solidFill>
              <a:srgbClr val="E7E6E6"/>
            </a:solidFill>
          </a:ln>
        </p:spPr>
      </p:cxnSp>
      <p:cxnSp>
        <p:nvCxnSpPr>
          <p:cNvPr id="288" name="Connecteur droit 4"/>
          <p:cNvCxnSpPr/>
          <p:nvPr/>
        </p:nvCxnSpPr>
        <p:spPr>
          <a:xfrm>
            <a:off x="6016320" y="0"/>
            <a:ext cx="720" cy="6258960"/>
          </a:xfrm>
          <a:prstGeom prst="straightConnector1">
            <a:avLst/>
          </a:prstGeom>
          <a:ln w="0">
            <a:solidFill>
              <a:srgbClr val="E7E6E6"/>
            </a:solidFill>
          </a:ln>
        </p:spPr>
      </p:cxnSp>
      <p:cxnSp>
        <p:nvCxnSpPr>
          <p:cNvPr id="289" name="Connecteur droit 5"/>
          <p:cNvCxnSpPr/>
          <p:nvPr/>
        </p:nvCxnSpPr>
        <p:spPr>
          <a:xfrm>
            <a:off x="9024480" y="0"/>
            <a:ext cx="720" cy="6258960"/>
          </a:xfrm>
          <a:prstGeom prst="straightConnector1">
            <a:avLst/>
          </a:prstGeom>
          <a:ln w="0">
            <a:solidFill>
              <a:srgbClr val="E7E6E6"/>
            </a:solidFill>
          </a:ln>
        </p:spPr>
      </p:cxnSp>
      <p:sp>
        <p:nvSpPr>
          <p:cNvPr id="290" name="PlaceHolder 2"/>
          <p:cNvSpPr>
            <a:spLocks noGrp="1"/>
          </p:cNvSpPr>
          <p:nvPr>
            <p:ph type="body"/>
          </p:nvPr>
        </p:nvSpPr>
        <p:spPr>
          <a:xfrm>
            <a:off x="581040" y="4370040"/>
            <a:ext cx="18853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91" name="PlaceHolder 3"/>
          <p:cNvSpPr>
            <a:spLocks noGrp="1"/>
          </p:cNvSpPr>
          <p:nvPr>
            <p:ph type="body"/>
          </p:nvPr>
        </p:nvSpPr>
        <p:spPr>
          <a:xfrm>
            <a:off x="58104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92" name="PlaceHolder 4"/>
          <p:cNvSpPr>
            <a:spLocks noGrp="1"/>
          </p:cNvSpPr>
          <p:nvPr>
            <p:ph type="body" hasCustomPrompt="1"/>
          </p:nvPr>
        </p:nvSpPr>
        <p:spPr>
          <a:xfrm>
            <a:off x="58104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293" name="PlaceHolder 5"/>
          <p:cNvSpPr>
            <a:spLocks noGrp="1"/>
          </p:cNvSpPr>
          <p:nvPr>
            <p:ph type="body"/>
          </p:nvPr>
        </p:nvSpPr>
        <p:spPr>
          <a:xfrm>
            <a:off x="3589200" y="4370040"/>
            <a:ext cx="18853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94" name="PlaceHolder 6"/>
          <p:cNvSpPr>
            <a:spLocks noGrp="1"/>
          </p:cNvSpPr>
          <p:nvPr>
            <p:ph type="body"/>
          </p:nvPr>
        </p:nvSpPr>
        <p:spPr>
          <a:xfrm>
            <a:off x="358920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95" name="PlaceHolder 7"/>
          <p:cNvSpPr>
            <a:spLocks noGrp="1"/>
          </p:cNvSpPr>
          <p:nvPr>
            <p:ph type="body" hasCustomPrompt="1"/>
          </p:nvPr>
        </p:nvSpPr>
        <p:spPr>
          <a:xfrm>
            <a:off x="358920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296" name="PlaceHolder 8"/>
          <p:cNvSpPr>
            <a:spLocks noGrp="1"/>
          </p:cNvSpPr>
          <p:nvPr>
            <p:ph type="body"/>
          </p:nvPr>
        </p:nvSpPr>
        <p:spPr>
          <a:xfrm>
            <a:off x="6557760" y="4370040"/>
            <a:ext cx="18853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297" name="PlaceHolder 9"/>
          <p:cNvSpPr>
            <a:spLocks noGrp="1"/>
          </p:cNvSpPr>
          <p:nvPr>
            <p:ph type="body"/>
          </p:nvPr>
        </p:nvSpPr>
        <p:spPr>
          <a:xfrm>
            <a:off x="655776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298" name="PlaceHolder 10"/>
          <p:cNvSpPr>
            <a:spLocks noGrp="1"/>
          </p:cNvSpPr>
          <p:nvPr>
            <p:ph type="body" hasCustomPrompt="1"/>
          </p:nvPr>
        </p:nvSpPr>
        <p:spPr>
          <a:xfrm>
            <a:off x="655776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299" name="PlaceHolder 11"/>
          <p:cNvSpPr>
            <a:spLocks noGrp="1"/>
          </p:cNvSpPr>
          <p:nvPr>
            <p:ph type="body"/>
          </p:nvPr>
        </p:nvSpPr>
        <p:spPr>
          <a:xfrm>
            <a:off x="9605520" y="4370040"/>
            <a:ext cx="1885320" cy="120744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00" name="PlaceHolder 12"/>
          <p:cNvSpPr>
            <a:spLocks noGrp="1"/>
          </p:cNvSpPr>
          <p:nvPr>
            <p:ph type="body"/>
          </p:nvPr>
        </p:nvSpPr>
        <p:spPr>
          <a:xfrm>
            <a:off x="960552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01" name="PlaceHolder 13"/>
          <p:cNvSpPr>
            <a:spLocks noGrp="1"/>
          </p:cNvSpPr>
          <p:nvPr>
            <p:ph type="body" hasCustomPrompt="1"/>
          </p:nvPr>
        </p:nvSpPr>
        <p:spPr>
          <a:xfrm>
            <a:off x="960552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4 - Texte">
    <p:bg>
      <p:bgPr>
        <a:solidFill>
          <a:srgbClr val="FFFFFF"/>
        </a:solidFill>
      </p:bgPr>
    </p:bg>
    <p:spTree>
      <p:nvGrpSpPr>
        <p:cNvPr id="1" name=""/>
        <p:cNvGrpSpPr/>
        <p:nvPr/>
      </p:nvGrpSpPr>
      <p:grpSpPr>
        <a:xfrm>
          <a:off x="0" y="0"/>
          <a:ext cx="0" cy="0"/>
          <a:chOff x="0" y="0"/>
          <a:chExt cx="0" cy="0"/>
        </a:xfrm>
      </p:grpSpPr>
      <p:pic>
        <p:nvPicPr>
          <p:cNvPr id="302" name="Image 6"/>
          <p:cNvPicPr/>
          <p:nvPr/>
        </p:nvPicPr>
        <p:blipFill>
          <a:blip r:embed="rId2"/>
          <a:srcRect l="0" t="9549" r="0" b="9549"/>
          <a:stretch/>
        </p:blipFill>
        <p:spPr>
          <a:xfrm>
            <a:off x="2668320" y="6262920"/>
            <a:ext cx="9523080" cy="601200"/>
          </a:xfrm>
          <a:prstGeom prst="rect">
            <a:avLst/>
          </a:prstGeom>
          <a:noFill/>
          <a:ln w="0">
            <a:noFill/>
          </a:ln>
        </p:spPr>
      </p:pic>
      <p:sp>
        <p:nvSpPr>
          <p:cNvPr id="30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304" name="Image 10"/>
          <p:cNvPicPr/>
          <p:nvPr/>
        </p:nvPicPr>
        <p:blipFill>
          <a:blip r:embed="rId3"/>
          <a:stretch/>
        </p:blipFill>
        <p:spPr>
          <a:xfrm>
            <a:off x="756720" y="6449760"/>
            <a:ext cx="908280" cy="238680"/>
          </a:xfrm>
          <a:prstGeom prst="rect">
            <a:avLst/>
          </a:prstGeom>
          <a:noFill/>
          <a:ln w="0">
            <a:noFill/>
          </a:ln>
        </p:spPr>
      </p:pic>
      <p:cxnSp>
        <p:nvCxnSpPr>
          <p:cNvPr id="305" name="Connecteur droit 11"/>
          <p:cNvCxnSpPr/>
          <p:nvPr/>
        </p:nvCxnSpPr>
        <p:spPr>
          <a:xfrm>
            <a:off x="0" y="145440"/>
            <a:ext cx="12192480" cy="720"/>
          </a:xfrm>
          <a:prstGeom prst="straightConnector1">
            <a:avLst/>
          </a:prstGeom>
          <a:ln w="0">
            <a:solidFill>
              <a:srgbClr val="E7E6E6"/>
            </a:solidFill>
          </a:ln>
        </p:spPr>
      </p:cxnSp>
      <p:cxnSp>
        <p:nvCxnSpPr>
          <p:cNvPr id="306" name="Connecteur droit 12"/>
          <p:cNvCxnSpPr/>
          <p:nvPr/>
        </p:nvCxnSpPr>
        <p:spPr>
          <a:xfrm>
            <a:off x="12033360" y="-6480"/>
            <a:ext cx="720" cy="6851520"/>
          </a:xfrm>
          <a:prstGeom prst="straightConnector1">
            <a:avLst/>
          </a:prstGeom>
          <a:ln w="0">
            <a:solidFill>
              <a:srgbClr val="E7E6E6"/>
            </a:solidFill>
          </a:ln>
        </p:spPr>
      </p:cxnSp>
      <p:cxnSp>
        <p:nvCxnSpPr>
          <p:cNvPr id="307" name="Connecteur droit 13"/>
          <p:cNvCxnSpPr/>
          <p:nvPr/>
        </p:nvCxnSpPr>
        <p:spPr>
          <a:xfrm>
            <a:off x="2668320" y="6255720"/>
            <a:ext cx="720" cy="596160"/>
          </a:xfrm>
          <a:prstGeom prst="straightConnector1">
            <a:avLst/>
          </a:prstGeom>
          <a:ln w="0">
            <a:solidFill>
              <a:srgbClr val="E7E6E6"/>
            </a:solidFill>
          </a:ln>
        </p:spPr>
      </p:cxnSp>
      <p:sp>
        <p:nvSpPr>
          <p:cNvPr id="30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979BC185-2F64-4AD9-8B15-FFA70E902914}"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309" name="Connecteur droit 15"/>
          <p:cNvCxnSpPr/>
          <p:nvPr/>
        </p:nvCxnSpPr>
        <p:spPr>
          <a:xfrm>
            <a:off x="0" y="6254640"/>
            <a:ext cx="12192480" cy="720"/>
          </a:xfrm>
          <a:prstGeom prst="straightConnector1">
            <a:avLst/>
          </a:prstGeom>
          <a:ln w="0">
            <a:solidFill>
              <a:srgbClr val="FFFFFF"/>
            </a:solidFill>
          </a:ln>
        </p:spPr>
      </p:cxnSp>
      <p:sp>
        <p:nvSpPr>
          <p:cNvPr id="310" name="PlaceHolder 1"/>
          <p:cNvSpPr>
            <a:spLocks noGrp="1"/>
          </p:cNvSpPr>
          <p:nvPr>
            <p:ph type="ftr" idx="25"/>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311" name="Connecteur droit 3"/>
          <p:cNvCxnSpPr/>
          <p:nvPr/>
        </p:nvCxnSpPr>
        <p:spPr>
          <a:xfrm>
            <a:off x="3008160" y="0"/>
            <a:ext cx="720" cy="6258960"/>
          </a:xfrm>
          <a:prstGeom prst="straightConnector1">
            <a:avLst/>
          </a:prstGeom>
          <a:ln w="0">
            <a:solidFill>
              <a:srgbClr val="E7E6E6"/>
            </a:solidFill>
          </a:ln>
        </p:spPr>
      </p:cxnSp>
      <p:cxnSp>
        <p:nvCxnSpPr>
          <p:cNvPr id="312" name="Connecteur droit 4"/>
          <p:cNvCxnSpPr/>
          <p:nvPr/>
        </p:nvCxnSpPr>
        <p:spPr>
          <a:xfrm>
            <a:off x="6016320" y="0"/>
            <a:ext cx="720" cy="6258960"/>
          </a:xfrm>
          <a:prstGeom prst="straightConnector1">
            <a:avLst/>
          </a:prstGeom>
          <a:ln w="0">
            <a:solidFill>
              <a:srgbClr val="E7E6E6"/>
            </a:solidFill>
          </a:ln>
        </p:spPr>
      </p:cxnSp>
      <p:cxnSp>
        <p:nvCxnSpPr>
          <p:cNvPr id="313" name="Connecteur droit 5"/>
          <p:cNvCxnSpPr/>
          <p:nvPr/>
        </p:nvCxnSpPr>
        <p:spPr>
          <a:xfrm>
            <a:off x="9024480" y="0"/>
            <a:ext cx="720" cy="6258960"/>
          </a:xfrm>
          <a:prstGeom prst="straightConnector1">
            <a:avLst/>
          </a:prstGeom>
          <a:ln w="0">
            <a:solidFill>
              <a:srgbClr val="E7E6E6"/>
            </a:solidFill>
          </a:ln>
        </p:spPr>
      </p:cxnSp>
      <p:sp>
        <p:nvSpPr>
          <p:cNvPr id="314" name="PlaceHolder 2"/>
          <p:cNvSpPr>
            <a:spLocks noGrp="1"/>
          </p:cNvSpPr>
          <p:nvPr>
            <p:ph type="body"/>
          </p:nvPr>
        </p:nvSpPr>
        <p:spPr>
          <a:xfrm>
            <a:off x="551160" y="2526120"/>
            <a:ext cx="187560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15" name="PlaceHolder 3"/>
          <p:cNvSpPr>
            <a:spLocks noGrp="1"/>
          </p:cNvSpPr>
          <p:nvPr>
            <p:ph type="body" hasCustomPrompt="1"/>
          </p:nvPr>
        </p:nvSpPr>
        <p:spPr>
          <a:xfrm>
            <a:off x="55116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316" name="PlaceHolder 4"/>
          <p:cNvSpPr>
            <a:spLocks noGrp="1"/>
          </p:cNvSpPr>
          <p:nvPr>
            <p:ph type="body"/>
          </p:nvPr>
        </p:nvSpPr>
        <p:spPr>
          <a:xfrm>
            <a:off x="3574080" y="2526120"/>
            <a:ext cx="187560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17" name="PlaceHolder 5"/>
          <p:cNvSpPr>
            <a:spLocks noGrp="1"/>
          </p:cNvSpPr>
          <p:nvPr>
            <p:ph type="body" hasCustomPrompt="1"/>
          </p:nvPr>
        </p:nvSpPr>
        <p:spPr>
          <a:xfrm>
            <a:off x="357408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318" name="PlaceHolder 6"/>
          <p:cNvSpPr>
            <a:spLocks noGrp="1"/>
          </p:cNvSpPr>
          <p:nvPr>
            <p:ph type="body"/>
          </p:nvPr>
        </p:nvSpPr>
        <p:spPr>
          <a:xfrm>
            <a:off x="6582240" y="2526120"/>
            <a:ext cx="187560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19" name="PlaceHolder 7"/>
          <p:cNvSpPr>
            <a:spLocks noGrp="1"/>
          </p:cNvSpPr>
          <p:nvPr>
            <p:ph type="body" hasCustomPrompt="1"/>
          </p:nvPr>
        </p:nvSpPr>
        <p:spPr>
          <a:xfrm>
            <a:off x="658224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320" name="PlaceHolder 8"/>
          <p:cNvSpPr>
            <a:spLocks noGrp="1"/>
          </p:cNvSpPr>
          <p:nvPr>
            <p:ph type="body"/>
          </p:nvPr>
        </p:nvSpPr>
        <p:spPr>
          <a:xfrm>
            <a:off x="9590400" y="2526120"/>
            <a:ext cx="1875600" cy="30510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21" name="PlaceHolder 9"/>
          <p:cNvSpPr>
            <a:spLocks noGrp="1"/>
          </p:cNvSpPr>
          <p:nvPr>
            <p:ph type="body" hasCustomPrompt="1"/>
          </p:nvPr>
        </p:nvSpPr>
        <p:spPr>
          <a:xfrm>
            <a:off x="959040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6 - Image et texte">
    <p:bg>
      <p:bgPr>
        <a:solidFill>
          <a:srgbClr val="FFFFFF"/>
        </a:solidFill>
      </p:bgPr>
    </p:bg>
    <p:spTree>
      <p:nvGrpSpPr>
        <p:cNvPr id="1" name=""/>
        <p:cNvGrpSpPr/>
        <p:nvPr/>
      </p:nvGrpSpPr>
      <p:grpSpPr>
        <a:xfrm>
          <a:off x="0" y="0"/>
          <a:ext cx="0" cy="0"/>
          <a:chOff x="0" y="0"/>
          <a:chExt cx="0" cy="0"/>
        </a:xfrm>
      </p:grpSpPr>
      <p:pic>
        <p:nvPicPr>
          <p:cNvPr id="322" name="Image 6"/>
          <p:cNvPicPr/>
          <p:nvPr/>
        </p:nvPicPr>
        <p:blipFill>
          <a:blip r:embed="rId2"/>
          <a:srcRect l="0" t="9549" r="0" b="9549"/>
          <a:stretch/>
        </p:blipFill>
        <p:spPr>
          <a:xfrm>
            <a:off x="2668320" y="6262920"/>
            <a:ext cx="9523080" cy="601200"/>
          </a:xfrm>
          <a:prstGeom prst="rect">
            <a:avLst/>
          </a:prstGeom>
          <a:noFill/>
          <a:ln w="0">
            <a:noFill/>
          </a:ln>
        </p:spPr>
      </p:pic>
      <p:sp>
        <p:nvSpPr>
          <p:cNvPr id="32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324" name="Image 10"/>
          <p:cNvPicPr/>
          <p:nvPr/>
        </p:nvPicPr>
        <p:blipFill>
          <a:blip r:embed="rId3"/>
          <a:stretch/>
        </p:blipFill>
        <p:spPr>
          <a:xfrm>
            <a:off x="756720" y="6449760"/>
            <a:ext cx="908280" cy="238680"/>
          </a:xfrm>
          <a:prstGeom prst="rect">
            <a:avLst/>
          </a:prstGeom>
          <a:noFill/>
          <a:ln w="0">
            <a:noFill/>
          </a:ln>
        </p:spPr>
      </p:pic>
      <p:cxnSp>
        <p:nvCxnSpPr>
          <p:cNvPr id="325" name="Connecteur droit 11"/>
          <p:cNvCxnSpPr/>
          <p:nvPr/>
        </p:nvCxnSpPr>
        <p:spPr>
          <a:xfrm>
            <a:off x="0" y="145440"/>
            <a:ext cx="12192480" cy="720"/>
          </a:xfrm>
          <a:prstGeom prst="straightConnector1">
            <a:avLst/>
          </a:prstGeom>
          <a:ln w="0">
            <a:solidFill>
              <a:srgbClr val="E7E6E6"/>
            </a:solidFill>
          </a:ln>
        </p:spPr>
      </p:cxnSp>
      <p:cxnSp>
        <p:nvCxnSpPr>
          <p:cNvPr id="326" name="Connecteur droit 12"/>
          <p:cNvCxnSpPr/>
          <p:nvPr/>
        </p:nvCxnSpPr>
        <p:spPr>
          <a:xfrm>
            <a:off x="12033360" y="-6480"/>
            <a:ext cx="720" cy="6851520"/>
          </a:xfrm>
          <a:prstGeom prst="straightConnector1">
            <a:avLst/>
          </a:prstGeom>
          <a:ln w="0">
            <a:solidFill>
              <a:srgbClr val="E7E6E6"/>
            </a:solidFill>
          </a:ln>
        </p:spPr>
      </p:cxnSp>
      <p:cxnSp>
        <p:nvCxnSpPr>
          <p:cNvPr id="327" name="Connecteur droit 13"/>
          <p:cNvCxnSpPr/>
          <p:nvPr/>
        </p:nvCxnSpPr>
        <p:spPr>
          <a:xfrm>
            <a:off x="2668320" y="6255720"/>
            <a:ext cx="720" cy="596160"/>
          </a:xfrm>
          <a:prstGeom prst="straightConnector1">
            <a:avLst/>
          </a:prstGeom>
          <a:ln w="0">
            <a:solidFill>
              <a:srgbClr val="E7E6E6"/>
            </a:solidFill>
          </a:ln>
        </p:spPr>
      </p:cxnSp>
      <p:sp>
        <p:nvSpPr>
          <p:cNvPr id="32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AB35289F-FBAA-40CB-894C-B05074213219}"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329" name="Connecteur droit 15"/>
          <p:cNvCxnSpPr/>
          <p:nvPr/>
        </p:nvCxnSpPr>
        <p:spPr>
          <a:xfrm>
            <a:off x="0" y="6254640"/>
            <a:ext cx="12192480" cy="720"/>
          </a:xfrm>
          <a:prstGeom prst="straightConnector1">
            <a:avLst/>
          </a:prstGeom>
          <a:ln w="0">
            <a:solidFill>
              <a:srgbClr val="FFFFFF"/>
            </a:solidFill>
          </a:ln>
        </p:spPr>
      </p:cxnSp>
      <p:sp>
        <p:nvSpPr>
          <p:cNvPr id="330" name="PlaceHolder 1"/>
          <p:cNvSpPr>
            <a:spLocks noGrp="1"/>
          </p:cNvSpPr>
          <p:nvPr>
            <p:ph type="ftr" idx="26"/>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331" name="Connecteur droit 3"/>
          <p:cNvCxnSpPr/>
          <p:nvPr/>
        </p:nvCxnSpPr>
        <p:spPr>
          <a:xfrm>
            <a:off x="0" y="3201840"/>
            <a:ext cx="12192480" cy="720"/>
          </a:xfrm>
          <a:prstGeom prst="straightConnector1">
            <a:avLst/>
          </a:prstGeom>
          <a:ln w="0">
            <a:solidFill>
              <a:srgbClr val="E7E6E6"/>
            </a:solidFill>
          </a:ln>
        </p:spPr>
      </p:cxnSp>
      <p:cxnSp>
        <p:nvCxnSpPr>
          <p:cNvPr id="332" name="Connecteur droit 4"/>
          <p:cNvCxnSpPr/>
          <p:nvPr/>
        </p:nvCxnSpPr>
        <p:spPr>
          <a:xfrm>
            <a:off x="4011120" y="0"/>
            <a:ext cx="720" cy="6258960"/>
          </a:xfrm>
          <a:prstGeom prst="straightConnector1">
            <a:avLst/>
          </a:prstGeom>
          <a:ln w="0">
            <a:solidFill>
              <a:srgbClr val="E7E6E6"/>
            </a:solidFill>
          </a:ln>
        </p:spPr>
      </p:cxnSp>
      <p:cxnSp>
        <p:nvCxnSpPr>
          <p:cNvPr id="333" name="Connecteur droit 5"/>
          <p:cNvCxnSpPr/>
          <p:nvPr/>
        </p:nvCxnSpPr>
        <p:spPr>
          <a:xfrm>
            <a:off x="8022600" y="-13320"/>
            <a:ext cx="720" cy="6258960"/>
          </a:xfrm>
          <a:prstGeom prst="straightConnector1">
            <a:avLst/>
          </a:prstGeom>
          <a:ln w="0">
            <a:solidFill>
              <a:srgbClr val="E7E6E6"/>
            </a:solidFill>
          </a:ln>
        </p:spPr>
      </p:cxnSp>
      <p:sp>
        <p:nvSpPr>
          <p:cNvPr id="334" name="PlaceHolder 2"/>
          <p:cNvSpPr>
            <a:spLocks noGrp="1"/>
          </p:cNvSpPr>
          <p:nvPr>
            <p:ph type="body"/>
          </p:nvPr>
        </p:nvSpPr>
        <p:spPr>
          <a:xfrm>
            <a:off x="1924200" y="170100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35" name="PlaceHolder 3"/>
          <p:cNvSpPr>
            <a:spLocks noGrp="1"/>
          </p:cNvSpPr>
          <p:nvPr>
            <p:ph type="body"/>
          </p:nvPr>
        </p:nvSpPr>
        <p:spPr>
          <a:xfrm>
            <a:off x="42264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36" name="PlaceHolder 4"/>
          <p:cNvSpPr>
            <a:spLocks noGrp="1"/>
          </p:cNvSpPr>
          <p:nvPr>
            <p:ph type="body" hasCustomPrompt="1"/>
          </p:nvPr>
        </p:nvSpPr>
        <p:spPr>
          <a:xfrm>
            <a:off x="192420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37" name="PlaceHolder 5"/>
          <p:cNvSpPr>
            <a:spLocks noGrp="1"/>
          </p:cNvSpPr>
          <p:nvPr>
            <p:ph type="body"/>
          </p:nvPr>
        </p:nvSpPr>
        <p:spPr>
          <a:xfrm>
            <a:off x="5940360" y="170100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38" name="PlaceHolder 6"/>
          <p:cNvSpPr>
            <a:spLocks noGrp="1"/>
          </p:cNvSpPr>
          <p:nvPr>
            <p:ph type="body"/>
          </p:nvPr>
        </p:nvSpPr>
        <p:spPr>
          <a:xfrm>
            <a:off x="443880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39" name="PlaceHolder 7"/>
          <p:cNvSpPr>
            <a:spLocks noGrp="1"/>
          </p:cNvSpPr>
          <p:nvPr>
            <p:ph type="body" hasCustomPrompt="1"/>
          </p:nvPr>
        </p:nvSpPr>
        <p:spPr>
          <a:xfrm>
            <a:off x="594036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40" name="PlaceHolder 8"/>
          <p:cNvSpPr>
            <a:spLocks noGrp="1"/>
          </p:cNvSpPr>
          <p:nvPr>
            <p:ph type="body"/>
          </p:nvPr>
        </p:nvSpPr>
        <p:spPr>
          <a:xfrm>
            <a:off x="9951840" y="170100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41" name="PlaceHolder 9"/>
          <p:cNvSpPr>
            <a:spLocks noGrp="1"/>
          </p:cNvSpPr>
          <p:nvPr>
            <p:ph type="body"/>
          </p:nvPr>
        </p:nvSpPr>
        <p:spPr>
          <a:xfrm>
            <a:off x="845028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42" name="PlaceHolder 10"/>
          <p:cNvSpPr>
            <a:spLocks noGrp="1"/>
          </p:cNvSpPr>
          <p:nvPr>
            <p:ph type="body" hasCustomPrompt="1"/>
          </p:nvPr>
        </p:nvSpPr>
        <p:spPr>
          <a:xfrm>
            <a:off x="995184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43" name="PlaceHolder 11"/>
          <p:cNvSpPr>
            <a:spLocks noGrp="1"/>
          </p:cNvSpPr>
          <p:nvPr>
            <p:ph type="body"/>
          </p:nvPr>
        </p:nvSpPr>
        <p:spPr>
          <a:xfrm>
            <a:off x="1924200" y="477576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44" name="PlaceHolder 12"/>
          <p:cNvSpPr>
            <a:spLocks noGrp="1"/>
          </p:cNvSpPr>
          <p:nvPr>
            <p:ph type="body"/>
          </p:nvPr>
        </p:nvSpPr>
        <p:spPr>
          <a:xfrm>
            <a:off x="42264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45" name="PlaceHolder 13"/>
          <p:cNvSpPr>
            <a:spLocks noGrp="1"/>
          </p:cNvSpPr>
          <p:nvPr>
            <p:ph type="body" hasCustomPrompt="1"/>
          </p:nvPr>
        </p:nvSpPr>
        <p:spPr>
          <a:xfrm>
            <a:off x="192420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46" name="PlaceHolder 14"/>
          <p:cNvSpPr>
            <a:spLocks noGrp="1"/>
          </p:cNvSpPr>
          <p:nvPr>
            <p:ph type="body"/>
          </p:nvPr>
        </p:nvSpPr>
        <p:spPr>
          <a:xfrm>
            <a:off x="5940360" y="477576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47" name="PlaceHolder 15"/>
          <p:cNvSpPr>
            <a:spLocks noGrp="1"/>
          </p:cNvSpPr>
          <p:nvPr>
            <p:ph type="body"/>
          </p:nvPr>
        </p:nvSpPr>
        <p:spPr>
          <a:xfrm>
            <a:off x="443880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48" name="PlaceHolder 16"/>
          <p:cNvSpPr>
            <a:spLocks noGrp="1"/>
          </p:cNvSpPr>
          <p:nvPr>
            <p:ph type="body" hasCustomPrompt="1"/>
          </p:nvPr>
        </p:nvSpPr>
        <p:spPr>
          <a:xfrm>
            <a:off x="594036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49" name="PlaceHolder 17"/>
          <p:cNvSpPr>
            <a:spLocks noGrp="1"/>
          </p:cNvSpPr>
          <p:nvPr>
            <p:ph type="body"/>
          </p:nvPr>
        </p:nvSpPr>
        <p:spPr>
          <a:xfrm>
            <a:off x="9951840" y="4775760"/>
            <a:ext cx="1653840" cy="1015200"/>
          </a:xfrm>
          <a:prstGeom prst="rect">
            <a:avLst/>
          </a:prstGeom>
          <a:noFill/>
          <a:ln w="0">
            <a:noFill/>
          </a:ln>
        </p:spPr>
        <p:txBody>
          <a:bodyPr lIns="91440" tIns="45720" rIns="91440" bIns="45720" anchor="t">
            <a:normAutofit lnSpcReduction="9999"/>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350" name="PlaceHolder 18"/>
          <p:cNvSpPr>
            <a:spLocks noGrp="1"/>
          </p:cNvSpPr>
          <p:nvPr>
            <p:ph type="body"/>
          </p:nvPr>
        </p:nvSpPr>
        <p:spPr>
          <a:xfrm>
            <a:off x="845028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51" name="PlaceHolder 19"/>
          <p:cNvSpPr>
            <a:spLocks noGrp="1"/>
          </p:cNvSpPr>
          <p:nvPr>
            <p:ph type="body" hasCustomPrompt="1"/>
          </p:nvPr>
        </p:nvSpPr>
        <p:spPr>
          <a:xfrm>
            <a:off x="995184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6 - Texte">
    <p:bg>
      <p:bgPr>
        <a:solidFill>
          <a:srgbClr val="FFFFFF"/>
        </a:solidFill>
      </p:bgPr>
    </p:bg>
    <p:spTree>
      <p:nvGrpSpPr>
        <p:cNvPr id="1" name=""/>
        <p:cNvGrpSpPr/>
        <p:nvPr/>
      </p:nvGrpSpPr>
      <p:grpSpPr>
        <a:xfrm>
          <a:off x="0" y="0"/>
          <a:ext cx="0" cy="0"/>
          <a:chOff x="0" y="0"/>
          <a:chExt cx="0" cy="0"/>
        </a:xfrm>
      </p:grpSpPr>
      <p:pic>
        <p:nvPicPr>
          <p:cNvPr id="352" name="Image 6"/>
          <p:cNvPicPr/>
          <p:nvPr/>
        </p:nvPicPr>
        <p:blipFill>
          <a:blip r:embed="rId2"/>
          <a:srcRect l="0" t="9549" r="0" b="9549"/>
          <a:stretch/>
        </p:blipFill>
        <p:spPr>
          <a:xfrm>
            <a:off x="2668320" y="6262920"/>
            <a:ext cx="9523080" cy="601200"/>
          </a:xfrm>
          <a:prstGeom prst="rect">
            <a:avLst/>
          </a:prstGeom>
          <a:noFill/>
          <a:ln w="0">
            <a:noFill/>
          </a:ln>
        </p:spPr>
      </p:pic>
      <p:sp>
        <p:nvSpPr>
          <p:cNvPr id="35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354" name="Image 10"/>
          <p:cNvPicPr/>
          <p:nvPr/>
        </p:nvPicPr>
        <p:blipFill>
          <a:blip r:embed="rId3"/>
          <a:stretch/>
        </p:blipFill>
        <p:spPr>
          <a:xfrm>
            <a:off x="756720" y="6449760"/>
            <a:ext cx="908280" cy="238680"/>
          </a:xfrm>
          <a:prstGeom prst="rect">
            <a:avLst/>
          </a:prstGeom>
          <a:noFill/>
          <a:ln w="0">
            <a:noFill/>
          </a:ln>
        </p:spPr>
      </p:pic>
      <p:cxnSp>
        <p:nvCxnSpPr>
          <p:cNvPr id="355" name="Connecteur droit 11"/>
          <p:cNvCxnSpPr/>
          <p:nvPr/>
        </p:nvCxnSpPr>
        <p:spPr>
          <a:xfrm>
            <a:off x="0" y="145440"/>
            <a:ext cx="12192480" cy="720"/>
          </a:xfrm>
          <a:prstGeom prst="straightConnector1">
            <a:avLst/>
          </a:prstGeom>
          <a:ln w="0">
            <a:solidFill>
              <a:srgbClr val="E7E6E6"/>
            </a:solidFill>
          </a:ln>
        </p:spPr>
      </p:cxnSp>
      <p:cxnSp>
        <p:nvCxnSpPr>
          <p:cNvPr id="356" name="Connecteur droit 12"/>
          <p:cNvCxnSpPr/>
          <p:nvPr/>
        </p:nvCxnSpPr>
        <p:spPr>
          <a:xfrm>
            <a:off x="12033360" y="-6480"/>
            <a:ext cx="720" cy="6851520"/>
          </a:xfrm>
          <a:prstGeom prst="straightConnector1">
            <a:avLst/>
          </a:prstGeom>
          <a:ln w="0">
            <a:solidFill>
              <a:srgbClr val="E7E6E6"/>
            </a:solidFill>
          </a:ln>
        </p:spPr>
      </p:cxnSp>
      <p:cxnSp>
        <p:nvCxnSpPr>
          <p:cNvPr id="357" name="Connecteur droit 13"/>
          <p:cNvCxnSpPr/>
          <p:nvPr/>
        </p:nvCxnSpPr>
        <p:spPr>
          <a:xfrm>
            <a:off x="2668320" y="6255720"/>
            <a:ext cx="720" cy="596160"/>
          </a:xfrm>
          <a:prstGeom prst="straightConnector1">
            <a:avLst/>
          </a:prstGeom>
          <a:ln w="0">
            <a:solidFill>
              <a:srgbClr val="E7E6E6"/>
            </a:solidFill>
          </a:ln>
        </p:spPr>
      </p:cxnSp>
      <p:sp>
        <p:nvSpPr>
          <p:cNvPr id="35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4D293DFE-4C88-44F9-921C-C08E06EE2816}"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359" name="Connecteur droit 15"/>
          <p:cNvCxnSpPr/>
          <p:nvPr/>
        </p:nvCxnSpPr>
        <p:spPr>
          <a:xfrm>
            <a:off x="0" y="6254640"/>
            <a:ext cx="12192480" cy="720"/>
          </a:xfrm>
          <a:prstGeom prst="straightConnector1">
            <a:avLst/>
          </a:prstGeom>
          <a:ln w="0">
            <a:solidFill>
              <a:srgbClr val="FFFFFF"/>
            </a:solidFill>
          </a:ln>
        </p:spPr>
      </p:cxnSp>
      <p:sp>
        <p:nvSpPr>
          <p:cNvPr id="360" name="PlaceHolder 1"/>
          <p:cNvSpPr>
            <a:spLocks noGrp="1"/>
          </p:cNvSpPr>
          <p:nvPr>
            <p:ph type="ftr" idx="2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361" name="Connecteur droit 3"/>
          <p:cNvCxnSpPr/>
          <p:nvPr/>
        </p:nvCxnSpPr>
        <p:spPr>
          <a:xfrm>
            <a:off x="0" y="3201840"/>
            <a:ext cx="12192480" cy="720"/>
          </a:xfrm>
          <a:prstGeom prst="straightConnector1">
            <a:avLst/>
          </a:prstGeom>
          <a:ln w="0">
            <a:solidFill>
              <a:srgbClr val="E7E6E6"/>
            </a:solidFill>
          </a:ln>
        </p:spPr>
      </p:cxnSp>
      <p:cxnSp>
        <p:nvCxnSpPr>
          <p:cNvPr id="362" name="Connecteur droit 4"/>
          <p:cNvCxnSpPr/>
          <p:nvPr/>
        </p:nvCxnSpPr>
        <p:spPr>
          <a:xfrm>
            <a:off x="4011120" y="0"/>
            <a:ext cx="720" cy="6258960"/>
          </a:xfrm>
          <a:prstGeom prst="straightConnector1">
            <a:avLst/>
          </a:prstGeom>
          <a:ln w="0">
            <a:solidFill>
              <a:srgbClr val="E7E6E6"/>
            </a:solidFill>
          </a:ln>
        </p:spPr>
      </p:cxnSp>
      <p:cxnSp>
        <p:nvCxnSpPr>
          <p:cNvPr id="363" name="Connecteur droit 5"/>
          <p:cNvCxnSpPr/>
          <p:nvPr/>
        </p:nvCxnSpPr>
        <p:spPr>
          <a:xfrm>
            <a:off x="8022600" y="-13320"/>
            <a:ext cx="720" cy="6258960"/>
          </a:xfrm>
          <a:prstGeom prst="straightConnector1">
            <a:avLst/>
          </a:prstGeom>
          <a:ln w="0">
            <a:solidFill>
              <a:srgbClr val="E7E6E6"/>
            </a:solidFill>
          </a:ln>
        </p:spPr>
      </p:cxnSp>
      <p:sp>
        <p:nvSpPr>
          <p:cNvPr id="364" name="PlaceHolder 2"/>
          <p:cNvSpPr>
            <a:spLocks noGrp="1"/>
          </p:cNvSpPr>
          <p:nvPr>
            <p:ph type="body" hasCustomPrompt="1"/>
          </p:nvPr>
        </p:nvSpPr>
        <p:spPr>
          <a:xfrm>
            <a:off x="422640" y="178884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65" name="PlaceHolder 3"/>
          <p:cNvSpPr>
            <a:spLocks noGrp="1"/>
          </p:cNvSpPr>
          <p:nvPr>
            <p:ph type="body" hasCustomPrompt="1"/>
          </p:nvPr>
        </p:nvSpPr>
        <p:spPr>
          <a:xfrm>
            <a:off x="422640" y="58068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66" name="PlaceHolder 4"/>
          <p:cNvSpPr>
            <a:spLocks noGrp="1"/>
          </p:cNvSpPr>
          <p:nvPr>
            <p:ph type="body" hasCustomPrompt="1"/>
          </p:nvPr>
        </p:nvSpPr>
        <p:spPr>
          <a:xfrm>
            <a:off x="4438800" y="178884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67" name="PlaceHolder 5"/>
          <p:cNvSpPr>
            <a:spLocks noGrp="1"/>
          </p:cNvSpPr>
          <p:nvPr>
            <p:ph type="body" hasCustomPrompt="1"/>
          </p:nvPr>
        </p:nvSpPr>
        <p:spPr>
          <a:xfrm>
            <a:off x="4438800" y="58068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68" name="PlaceHolder 6"/>
          <p:cNvSpPr>
            <a:spLocks noGrp="1"/>
          </p:cNvSpPr>
          <p:nvPr>
            <p:ph type="body" hasCustomPrompt="1"/>
          </p:nvPr>
        </p:nvSpPr>
        <p:spPr>
          <a:xfrm>
            <a:off x="8450280" y="179496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69" name="PlaceHolder 7"/>
          <p:cNvSpPr>
            <a:spLocks noGrp="1"/>
          </p:cNvSpPr>
          <p:nvPr>
            <p:ph type="body" hasCustomPrompt="1"/>
          </p:nvPr>
        </p:nvSpPr>
        <p:spPr>
          <a:xfrm>
            <a:off x="8450280" y="5868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70" name="PlaceHolder 8"/>
          <p:cNvSpPr>
            <a:spLocks noGrp="1"/>
          </p:cNvSpPr>
          <p:nvPr>
            <p:ph type="body" hasCustomPrompt="1"/>
          </p:nvPr>
        </p:nvSpPr>
        <p:spPr>
          <a:xfrm>
            <a:off x="422640" y="488916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71" name="PlaceHolder 9"/>
          <p:cNvSpPr>
            <a:spLocks noGrp="1"/>
          </p:cNvSpPr>
          <p:nvPr>
            <p:ph type="body" hasCustomPrompt="1"/>
          </p:nvPr>
        </p:nvSpPr>
        <p:spPr>
          <a:xfrm>
            <a:off x="422640" y="36810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72" name="PlaceHolder 10"/>
          <p:cNvSpPr>
            <a:spLocks noGrp="1"/>
          </p:cNvSpPr>
          <p:nvPr>
            <p:ph type="body" hasCustomPrompt="1"/>
          </p:nvPr>
        </p:nvSpPr>
        <p:spPr>
          <a:xfrm>
            <a:off x="4438800" y="488916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73" name="PlaceHolder 11"/>
          <p:cNvSpPr>
            <a:spLocks noGrp="1"/>
          </p:cNvSpPr>
          <p:nvPr>
            <p:ph type="body" hasCustomPrompt="1"/>
          </p:nvPr>
        </p:nvSpPr>
        <p:spPr>
          <a:xfrm>
            <a:off x="4438800" y="36810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374" name="PlaceHolder 12"/>
          <p:cNvSpPr>
            <a:spLocks noGrp="1"/>
          </p:cNvSpPr>
          <p:nvPr>
            <p:ph type="body" hasCustomPrompt="1"/>
          </p:nvPr>
        </p:nvSpPr>
        <p:spPr>
          <a:xfrm>
            <a:off x="8450280" y="4895280"/>
            <a:ext cx="3155400" cy="92772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375" name="PlaceHolder 13"/>
          <p:cNvSpPr>
            <a:spLocks noGrp="1"/>
          </p:cNvSpPr>
          <p:nvPr>
            <p:ph type="body" hasCustomPrompt="1"/>
          </p:nvPr>
        </p:nvSpPr>
        <p:spPr>
          <a:xfrm>
            <a:off x="8450280" y="368712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8 - Image et Texte">
    <p:bg>
      <p:bgPr>
        <a:solidFill>
          <a:srgbClr val="FFFFFF"/>
        </a:solidFill>
      </p:bgPr>
    </p:bg>
    <p:spTree>
      <p:nvGrpSpPr>
        <p:cNvPr id="1" name=""/>
        <p:cNvGrpSpPr/>
        <p:nvPr/>
      </p:nvGrpSpPr>
      <p:grpSpPr>
        <a:xfrm>
          <a:off x="0" y="0"/>
          <a:ext cx="0" cy="0"/>
          <a:chOff x="0" y="0"/>
          <a:chExt cx="0" cy="0"/>
        </a:xfrm>
      </p:grpSpPr>
      <p:pic>
        <p:nvPicPr>
          <p:cNvPr id="376" name="Image 6"/>
          <p:cNvPicPr/>
          <p:nvPr/>
        </p:nvPicPr>
        <p:blipFill>
          <a:blip r:embed="rId2"/>
          <a:srcRect l="0" t="9549" r="0" b="9549"/>
          <a:stretch/>
        </p:blipFill>
        <p:spPr>
          <a:xfrm>
            <a:off x="2668320" y="6262920"/>
            <a:ext cx="9523080" cy="601200"/>
          </a:xfrm>
          <a:prstGeom prst="rect">
            <a:avLst/>
          </a:prstGeom>
          <a:noFill/>
          <a:ln w="0">
            <a:noFill/>
          </a:ln>
        </p:spPr>
      </p:pic>
      <p:sp>
        <p:nvSpPr>
          <p:cNvPr id="377"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378" name="Image 10"/>
          <p:cNvPicPr/>
          <p:nvPr/>
        </p:nvPicPr>
        <p:blipFill>
          <a:blip r:embed="rId3"/>
          <a:stretch/>
        </p:blipFill>
        <p:spPr>
          <a:xfrm>
            <a:off x="756720" y="6449760"/>
            <a:ext cx="908280" cy="238680"/>
          </a:xfrm>
          <a:prstGeom prst="rect">
            <a:avLst/>
          </a:prstGeom>
          <a:noFill/>
          <a:ln w="0">
            <a:noFill/>
          </a:ln>
        </p:spPr>
      </p:pic>
      <p:cxnSp>
        <p:nvCxnSpPr>
          <p:cNvPr id="379" name="Connecteur droit 11"/>
          <p:cNvCxnSpPr/>
          <p:nvPr/>
        </p:nvCxnSpPr>
        <p:spPr>
          <a:xfrm>
            <a:off x="0" y="145440"/>
            <a:ext cx="12192480" cy="720"/>
          </a:xfrm>
          <a:prstGeom prst="straightConnector1">
            <a:avLst/>
          </a:prstGeom>
          <a:ln w="0">
            <a:solidFill>
              <a:srgbClr val="E7E6E6"/>
            </a:solidFill>
          </a:ln>
        </p:spPr>
      </p:cxnSp>
      <p:cxnSp>
        <p:nvCxnSpPr>
          <p:cNvPr id="380" name="Connecteur droit 12"/>
          <p:cNvCxnSpPr/>
          <p:nvPr/>
        </p:nvCxnSpPr>
        <p:spPr>
          <a:xfrm>
            <a:off x="12033360" y="-6480"/>
            <a:ext cx="720" cy="6851520"/>
          </a:xfrm>
          <a:prstGeom prst="straightConnector1">
            <a:avLst/>
          </a:prstGeom>
          <a:ln w="0">
            <a:solidFill>
              <a:srgbClr val="E7E6E6"/>
            </a:solidFill>
          </a:ln>
        </p:spPr>
      </p:cxnSp>
      <p:cxnSp>
        <p:nvCxnSpPr>
          <p:cNvPr id="381" name="Connecteur droit 13"/>
          <p:cNvCxnSpPr/>
          <p:nvPr/>
        </p:nvCxnSpPr>
        <p:spPr>
          <a:xfrm>
            <a:off x="2668320" y="6255720"/>
            <a:ext cx="720" cy="596160"/>
          </a:xfrm>
          <a:prstGeom prst="straightConnector1">
            <a:avLst/>
          </a:prstGeom>
          <a:ln w="0">
            <a:solidFill>
              <a:srgbClr val="E7E6E6"/>
            </a:solidFill>
          </a:ln>
        </p:spPr>
      </p:cxnSp>
      <p:sp>
        <p:nvSpPr>
          <p:cNvPr id="382"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B56750E-A903-41A4-8DC6-3A96C3D726D1}"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383" name="Connecteur droit 15"/>
          <p:cNvCxnSpPr/>
          <p:nvPr/>
        </p:nvCxnSpPr>
        <p:spPr>
          <a:xfrm>
            <a:off x="0" y="6254640"/>
            <a:ext cx="12192480" cy="720"/>
          </a:xfrm>
          <a:prstGeom prst="straightConnector1">
            <a:avLst/>
          </a:prstGeom>
          <a:ln w="0">
            <a:solidFill>
              <a:srgbClr val="FFFFFF"/>
            </a:solidFill>
          </a:ln>
        </p:spPr>
      </p:cxnSp>
      <p:sp>
        <p:nvSpPr>
          <p:cNvPr id="384" name="PlaceHolder 1"/>
          <p:cNvSpPr>
            <a:spLocks noGrp="1"/>
          </p:cNvSpPr>
          <p:nvPr>
            <p:ph type="ftr" idx="28"/>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385" name="Connecteur droit 3"/>
          <p:cNvCxnSpPr/>
          <p:nvPr/>
        </p:nvCxnSpPr>
        <p:spPr>
          <a:xfrm>
            <a:off x="3008160" y="0"/>
            <a:ext cx="720" cy="6258960"/>
          </a:xfrm>
          <a:prstGeom prst="straightConnector1">
            <a:avLst/>
          </a:prstGeom>
          <a:ln w="0">
            <a:solidFill>
              <a:srgbClr val="E7E6E6"/>
            </a:solidFill>
          </a:ln>
        </p:spPr>
      </p:cxnSp>
      <p:cxnSp>
        <p:nvCxnSpPr>
          <p:cNvPr id="386" name="Connecteur droit 4"/>
          <p:cNvCxnSpPr/>
          <p:nvPr/>
        </p:nvCxnSpPr>
        <p:spPr>
          <a:xfrm>
            <a:off x="6016320" y="0"/>
            <a:ext cx="720" cy="6258960"/>
          </a:xfrm>
          <a:prstGeom prst="straightConnector1">
            <a:avLst/>
          </a:prstGeom>
          <a:ln w="0">
            <a:solidFill>
              <a:srgbClr val="E7E6E6"/>
            </a:solidFill>
          </a:ln>
        </p:spPr>
      </p:cxnSp>
      <p:cxnSp>
        <p:nvCxnSpPr>
          <p:cNvPr id="387" name="Connecteur droit 5"/>
          <p:cNvCxnSpPr/>
          <p:nvPr/>
        </p:nvCxnSpPr>
        <p:spPr>
          <a:xfrm>
            <a:off x="9024480" y="0"/>
            <a:ext cx="720" cy="6258960"/>
          </a:xfrm>
          <a:prstGeom prst="straightConnector1">
            <a:avLst/>
          </a:prstGeom>
          <a:ln w="0">
            <a:solidFill>
              <a:srgbClr val="E7E6E6"/>
            </a:solidFill>
          </a:ln>
        </p:spPr>
      </p:cxnSp>
      <p:cxnSp>
        <p:nvCxnSpPr>
          <p:cNvPr id="388" name="Connecteur droit 6"/>
          <p:cNvCxnSpPr/>
          <p:nvPr/>
        </p:nvCxnSpPr>
        <p:spPr>
          <a:xfrm>
            <a:off x="0" y="3201840"/>
            <a:ext cx="12192480" cy="720"/>
          </a:xfrm>
          <a:prstGeom prst="straightConnector1">
            <a:avLst/>
          </a:prstGeom>
          <a:ln w="0">
            <a:solidFill>
              <a:srgbClr val="E7E6E6"/>
            </a:solidFill>
          </a:ln>
        </p:spPr>
      </p:cxnSp>
      <p:sp>
        <p:nvSpPr>
          <p:cNvPr id="389" name="PlaceHolder 2"/>
          <p:cNvSpPr>
            <a:spLocks noGrp="1"/>
          </p:cNvSpPr>
          <p:nvPr>
            <p:ph type="body"/>
          </p:nvPr>
        </p:nvSpPr>
        <p:spPr>
          <a:xfrm>
            <a:off x="40968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390" name="PlaceHolder 3"/>
          <p:cNvSpPr>
            <a:spLocks noGrp="1"/>
          </p:cNvSpPr>
          <p:nvPr>
            <p:ph type="body"/>
          </p:nvPr>
        </p:nvSpPr>
        <p:spPr>
          <a:xfrm>
            <a:off x="409680" y="5806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91" name="PlaceHolder 4"/>
          <p:cNvSpPr>
            <a:spLocks noGrp="1"/>
          </p:cNvSpPr>
          <p:nvPr>
            <p:ph type="body"/>
          </p:nvPr>
        </p:nvSpPr>
        <p:spPr>
          <a:xfrm>
            <a:off x="341784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392" name="PlaceHolder 5"/>
          <p:cNvSpPr>
            <a:spLocks noGrp="1"/>
          </p:cNvSpPr>
          <p:nvPr>
            <p:ph type="body"/>
          </p:nvPr>
        </p:nvSpPr>
        <p:spPr>
          <a:xfrm>
            <a:off x="3417840" y="5806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93" name="PlaceHolder 6"/>
          <p:cNvSpPr>
            <a:spLocks noGrp="1"/>
          </p:cNvSpPr>
          <p:nvPr>
            <p:ph type="body"/>
          </p:nvPr>
        </p:nvSpPr>
        <p:spPr>
          <a:xfrm>
            <a:off x="642600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394" name="PlaceHolder 7"/>
          <p:cNvSpPr>
            <a:spLocks noGrp="1"/>
          </p:cNvSpPr>
          <p:nvPr>
            <p:ph type="body"/>
          </p:nvPr>
        </p:nvSpPr>
        <p:spPr>
          <a:xfrm>
            <a:off x="6426000" y="5806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95" name="PlaceHolder 8"/>
          <p:cNvSpPr>
            <a:spLocks noGrp="1"/>
          </p:cNvSpPr>
          <p:nvPr>
            <p:ph type="body"/>
          </p:nvPr>
        </p:nvSpPr>
        <p:spPr>
          <a:xfrm>
            <a:off x="943416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396" name="PlaceHolder 9"/>
          <p:cNvSpPr>
            <a:spLocks noGrp="1"/>
          </p:cNvSpPr>
          <p:nvPr>
            <p:ph type="body"/>
          </p:nvPr>
        </p:nvSpPr>
        <p:spPr>
          <a:xfrm>
            <a:off x="9434160" y="5806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97" name="PlaceHolder 10"/>
          <p:cNvSpPr>
            <a:spLocks noGrp="1"/>
          </p:cNvSpPr>
          <p:nvPr>
            <p:ph type="body"/>
          </p:nvPr>
        </p:nvSpPr>
        <p:spPr>
          <a:xfrm>
            <a:off x="424800" y="468756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398" name="PlaceHolder 11"/>
          <p:cNvSpPr>
            <a:spLocks noGrp="1"/>
          </p:cNvSpPr>
          <p:nvPr>
            <p:ph type="body"/>
          </p:nvPr>
        </p:nvSpPr>
        <p:spPr>
          <a:xfrm>
            <a:off x="424800" y="35650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399" name="PlaceHolder 12"/>
          <p:cNvSpPr>
            <a:spLocks noGrp="1"/>
          </p:cNvSpPr>
          <p:nvPr>
            <p:ph type="body"/>
          </p:nvPr>
        </p:nvSpPr>
        <p:spPr>
          <a:xfrm>
            <a:off x="3432960" y="468756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400" name="PlaceHolder 13"/>
          <p:cNvSpPr>
            <a:spLocks noGrp="1"/>
          </p:cNvSpPr>
          <p:nvPr>
            <p:ph type="body"/>
          </p:nvPr>
        </p:nvSpPr>
        <p:spPr>
          <a:xfrm>
            <a:off x="3432960" y="35650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01" name="PlaceHolder 14"/>
          <p:cNvSpPr>
            <a:spLocks noGrp="1"/>
          </p:cNvSpPr>
          <p:nvPr>
            <p:ph type="body"/>
          </p:nvPr>
        </p:nvSpPr>
        <p:spPr>
          <a:xfrm>
            <a:off x="6441120" y="468756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402" name="PlaceHolder 15"/>
          <p:cNvSpPr>
            <a:spLocks noGrp="1"/>
          </p:cNvSpPr>
          <p:nvPr>
            <p:ph type="body"/>
          </p:nvPr>
        </p:nvSpPr>
        <p:spPr>
          <a:xfrm>
            <a:off x="6441120" y="35650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03" name="PlaceHolder 16"/>
          <p:cNvSpPr>
            <a:spLocks noGrp="1"/>
          </p:cNvSpPr>
          <p:nvPr>
            <p:ph type="body"/>
          </p:nvPr>
        </p:nvSpPr>
        <p:spPr>
          <a:xfrm>
            <a:off x="9449280" y="468756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404" name="PlaceHolder 17"/>
          <p:cNvSpPr>
            <a:spLocks noGrp="1"/>
          </p:cNvSpPr>
          <p:nvPr>
            <p:ph type="body"/>
          </p:nvPr>
        </p:nvSpPr>
        <p:spPr>
          <a:xfrm>
            <a:off x="9449280" y="3565080"/>
            <a:ext cx="1056240" cy="101196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X8 - Texte">
    <p:bg>
      <p:bgPr>
        <a:solidFill>
          <a:srgbClr val="FFFFFF"/>
        </a:solidFill>
      </p:bgPr>
    </p:bg>
    <p:spTree>
      <p:nvGrpSpPr>
        <p:cNvPr id="1" name=""/>
        <p:cNvGrpSpPr/>
        <p:nvPr/>
      </p:nvGrpSpPr>
      <p:grpSpPr>
        <a:xfrm>
          <a:off x="0" y="0"/>
          <a:ext cx="0" cy="0"/>
          <a:chOff x="0" y="0"/>
          <a:chExt cx="0" cy="0"/>
        </a:xfrm>
      </p:grpSpPr>
      <p:pic>
        <p:nvPicPr>
          <p:cNvPr id="405" name="Image 6"/>
          <p:cNvPicPr/>
          <p:nvPr/>
        </p:nvPicPr>
        <p:blipFill>
          <a:blip r:embed="rId2"/>
          <a:srcRect l="0" t="9549" r="0" b="9549"/>
          <a:stretch/>
        </p:blipFill>
        <p:spPr>
          <a:xfrm>
            <a:off x="2668320" y="6262920"/>
            <a:ext cx="9523080" cy="601200"/>
          </a:xfrm>
          <a:prstGeom prst="rect">
            <a:avLst/>
          </a:prstGeom>
          <a:noFill/>
          <a:ln w="0">
            <a:noFill/>
          </a:ln>
        </p:spPr>
      </p:pic>
      <p:sp>
        <p:nvSpPr>
          <p:cNvPr id="406"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407" name="Image 10"/>
          <p:cNvPicPr/>
          <p:nvPr/>
        </p:nvPicPr>
        <p:blipFill>
          <a:blip r:embed="rId3"/>
          <a:stretch/>
        </p:blipFill>
        <p:spPr>
          <a:xfrm>
            <a:off x="756720" y="6449760"/>
            <a:ext cx="908280" cy="238680"/>
          </a:xfrm>
          <a:prstGeom prst="rect">
            <a:avLst/>
          </a:prstGeom>
          <a:noFill/>
          <a:ln w="0">
            <a:noFill/>
          </a:ln>
        </p:spPr>
      </p:pic>
      <p:cxnSp>
        <p:nvCxnSpPr>
          <p:cNvPr id="408" name="Connecteur droit 11"/>
          <p:cNvCxnSpPr/>
          <p:nvPr/>
        </p:nvCxnSpPr>
        <p:spPr>
          <a:xfrm>
            <a:off x="0" y="145440"/>
            <a:ext cx="12192480" cy="720"/>
          </a:xfrm>
          <a:prstGeom prst="straightConnector1">
            <a:avLst/>
          </a:prstGeom>
          <a:ln w="0">
            <a:solidFill>
              <a:srgbClr val="E7E6E6"/>
            </a:solidFill>
          </a:ln>
        </p:spPr>
      </p:cxnSp>
      <p:cxnSp>
        <p:nvCxnSpPr>
          <p:cNvPr id="409" name="Connecteur droit 12"/>
          <p:cNvCxnSpPr/>
          <p:nvPr/>
        </p:nvCxnSpPr>
        <p:spPr>
          <a:xfrm>
            <a:off x="12033360" y="-6480"/>
            <a:ext cx="720" cy="6851520"/>
          </a:xfrm>
          <a:prstGeom prst="straightConnector1">
            <a:avLst/>
          </a:prstGeom>
          <a:ln w="0">
            <a:solidFill>
              <a:srgbClr val="E7E6E6"/>
            </a:solidFill>
          </a:ln>
        </p:spPr>
      </p:cxnSp>
      <p:cxnSp>
        <p:nvCxnSpPr>
          <p:cNvPr id="410" name="Connecteur droit 13"/>
          <p:cNvCxnSpPr/>
          <p:nvPr/>
        </p:nvCxnSpPr>
        <p:spPr>
          <a:xfrm>
            <a:off x="2668320" y="6255720"/>
            <a:ext cx="720" cy="596160"/>
          </a:xfrm>
          <a:prstGeom prst="straightConnector1">
            <a:avLst/>
          </a:prstGeom>
          <a:ln w="0">
            <a:solidFill>
              <a:srgbClr val="E7E6E6"/>
            </a:solidFill>
          </a:ln>
        </p:spPr>
      </p:cxnSp>
      <p:sp>
        <p:nvSpPr>
          <p:cNvPr id="411"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60EC7EA8-640B-4DCE-A404-51036F75BA7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412" name="Connecteur droit 15"/>
          <p:cNvCxnSpPr/>
          <p:nvPr/>
        </p:nvCxnSpPr>
        <p:spPr>
          <a:xfrm>
            <a:off x="0" y="6254640"/>
            <a:ext cx="12192480" cy="720"/>
          </a:xfrm>
          <a:prstGeom prst="straightConnector1">
            <a:avLst/>
          </a:prstGeom>
          <a:ln w="0">
            <a:solidFill>
              <a:srgbClr val="FFFFFF"/>
            </a:solidFill>
          </a:ln>
        </p:spPr>
      </p:cxnSp>
      <p:sp>
        <p:nvSpPr>
          <p:cNvPr id="413" name="PlaceHolder 1"/>
          <p:cNvSpPr>
            <a:spLocks noGrp="1"/>
          </p:cNvSpPr>
          <p:nvPr>
            <p:ph type="ftr" idx="29"/>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414" name="Connecteur droit 3"/>
          <p:cNvCxnSpPr/>
          <p:nvPr/>
        </p:nvCxnSpPr>
        <p:spPr>
          <a:xfrm>
            <a:off x="3008160" y="0"/>
            <a:ext cx="720" cy="6258960"/>
          </a:xfrm>
          <a:prstGeom prst="straightConnector1">
            <a:avLst/>
          </a:prstGeom>
          <a:ln w="0">
            <a:solidFill>
              <a:srgbClr val="E7E6E6"/>
            </a:solidFill>
          </a:ln>
        </p:spPr>
      </p:cxnSp>
      <p:cxnSp>
        <p:nvCxnSpPr>
          <p:cNvPr id="415" name="Connecteur droit 4"/>
          <p:cNvCxnSpPr/>
          <p:nvPr/>
        </p:nvCxnSpPr>
        <p:spPr>
          <a:xfrm>
            <a:off x="6016320" y="0"/>
            <a:ext cx="720" cy="6258960"/>
          </a:xfrm>
          <a:prstGeom prst="straightConnector1">
            <a:avLst/>
          </a:prstGeom>
          <a:ln w="0">
            <a:solidFill>
              <a:srgbClr val="E7E6E6"/>
            </a:solidFill>
          </a:ln>
        </p:spPr>
      </p:cxnSp>
      <p:cxnSp>
        <p:nvCxnSpPr>
          <p:cNvPr id="416" name="Connecteur droit 5"/>
          <p:cNvCxnSpPr/>
          <p:nvPr/>
        </p:nvCxnSpPr>
        <p:spPr>
          <a:xfrm>
            <a:off x="9024480" y="0"/>
            <a:ext cx="720" cy="6258960"/>
          </a:xfrm>
          <a:prstGeom prst="straightConnector1">
            <a:avLst/>
          </a:prstGeom>
          <a:ln w="0">
            <a:solidFill>
              <a:srgbClr val="E7E6E6"/>
            </a:solidFill>
          </a:ln>
        </p:spPr>
      </p:cxnSp>
      <p:cxnSp>
        <p:nvCxnSpPr>
          <p:cNvPr id="417" name="Connecteur droit 6"/>
          <p:cNvCxnSpPr/>
          <p:nvPr/>
        </p:nvCxnSpPr>
        <p:spPr>
          <a:xfrm>
            <a:off x="0" y="3201840"/>
            <a:ext cx="12192480" cy="720"/>
          </a:xfrm>
          <a:prstGeom prst="straightConnector1">
            <a:avLst/>
          </a:prstGeom>
          <a:ln w="0">
            <a:solidFill>
              <a:srgbClr val="E7E6E6"/>
            </a:solidFill>
          </a:ln>
        </p:spPr>
      </p:cxnSp>
      <p:sp>
        <p:nvSpPr>
          <p:cNvPr id="418" name="PlaceHolder 2"/>
          <p:cNvSpPr>
            <a:spLocks noGrp="1"/>
          </p:cNvSpPr>
          <p:nvPr>
            <p:ph type="body"/>
          </p:nvPr>
        </p:nvSpPr>
        <p:spPr>
          <a:xfrm>
            <a:off x="40968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19" name="PlaceHolder 3"/>
          <p:cNvSpPr>
            <a:spLocks noGrp="1"/>
          </p:cNvSpPr>
          <p:nvPr>
            <p:ph type="body"/>
          </p:nvPr>
        </p:nvSpPr>
        <p:spPr>
          <a:xfrm>
            <a:off x="40968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20" name="PlaceHolder 4"/>
          <p:cNvSpPr>
            <a:spLocks noGrp="1"/>
          </p:cNvSpPr>
          <p:nvPr>
            <p:ph type="body"/>
          </p:nvPr>
        </p:nvSpPr>
        <p:spPr>
          <a:xfrm>
            <a:off x="341784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21" name="PlaceHolder 5"/>
          <p:cNvSpPr>
            <a:spLocks noGrp="1"/>
          </p:cNvSpPr>
          <p:nvPr>
            <p:ph type="body"/>
          </p:nvPr>
        </p:nvSpPr>
        <p:spPr>
          <a:xfrm>
            <a:off x="341784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22" name="PlaceHolder 6"/>
          <p:cNvSpPr>
            <a:spLocks noGrp="1"/>
          </p:cNvSpPr>
          <p:nvPr>
            <p:ph type="body"/>
          </p:nvPr>
        </p:nvSpPr>
        <p:spPr>
          <a:xfrm>
            <a:off x="642600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23" name="PlaceHolder 7"/>
          <p:cNvSpPr>
            <a:spLocks noGrp="1"/>
          </p:cNvSpPr>
          <p:nvPr>
            <p:ph type="body"/>
          </p:nvPr>
        </p:nvSpPr>
        <p:spPr>
          <a:xfrm>
            <a:off x="642600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24" name="PlaceHolder 8"/>
          <p:cNvSpPr>
            <a:spLocks noGrp="1"/>
          </p:cNvSpPr>
          <p:nvPr>
            <p:ph type="body"/>
          </p:nvPr>
        </p:nvSpPr>
        <p:spPr>
          <a:xfrm>
            <a:off x="9434160" y="170280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25" name="PlaceHolder 9"/>
          <p:cNvSpPr>
            <a:spLocks noGrp="1"/>
          </p:cNvSpPr>
          <p:nvPr>
            <p:ph type="body"/>
          </p:nvPr>
        </p:nvSpPr>
        <p:spPr>
          <a:xfrm>
            <a:off x="943416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26" name="PlaceHolder 10"/>
          <p:cNvSpPr>
            <a:spLocks noGrp="1"/>
          </p:cNvSpPr>
          <p:nvPr>
            <p:ph type="body"/>
          </p:nvPr>
        </p:nvSpPr>
        <p:spPr>
          <a:xfrm>
            <a:off x="409680" y="474444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27" name="PlaceHolder 11"/>
          <p:cNvSpPr>
            <a:spLocks noGrp="1"/>
          </p:cNvSpPr>
          <p:nvPr>
            <p:ph type="body"/>
          </p:nvPr>
        </p:nvSpPr>
        <p:spPr>
          <a:xfrm>
            <a:off x="40968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28" name="PlaceHolder 12"/>
          <p:cNvSpPr>
            <a:spLocks noGrp="1"/>
          </p:cNvSpPr>
          <p:nvPr>
            <p:ph type="body"/>
          </p:nvPr>
        </p:nvSpPr>
        <p:spPr>
          <a:xfrm>
            <a:off x="3417840" y="474444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29" name="PlaceHolder 13"/>
          <p:cNvSpPr>
            <a:spLocks noGrp="1"/>
          </p:cNvSpPr>
          <p:nvPr>
            <p:ph type="body"/>
          </p:nvPr>
        </p:nvSpPr>
        <p:spPr>
          <a:xfrm>
            <a:off x="341784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30" name="PlaceHolder 14"/>
          <p:cNvSpPr>
            <a:spLocks noGrp="1"/>
          </p:cNvSpPr>
          <p:nvPr>
            <p:ph type="body"/>
          </p:nvPr>
        </p:nvSpPr>
        <p:spPr>
          <a:xfrm>
            <a:off x="6426000" y="474444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31" name="PlaceHolder 15"/>
          <p:cNvSpPr>
            <a:spLocks noGrp="1"/>
          </p:cNvSpPr>
          <p:nvPr>
            <p:ph type="body"/>
          </p:nvPr>
        </p:nvSpPr>
        <p:spPr>
          <a:xfrm>
            <a:off x="642600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432" name="PlaceHolder 16"/>
          <p:cNvSpPr>
            <a:spLocks noGrp="1"/>
          </p:cNvSpPr>
          <p:nvPr>
            <p:ph type="body"/>
          </p:nvPr>
        </p:nvSpPr>
        <p:spPr>
          <a:xfrm>
            <a:off x="9434160" y="4744440"/>
            <a:ext cx="2188440" cy="1207440"/>
          </a:xfrm>
          <a:prstGeom prst="rect">
            <a:avLst/>
          </a:prstGeom>
          <a:noFill/>
          <a:ln w="0">
            <a:noFill/>
          </a:ln>
        </p:spPr>
        <p:txBody>
          <a:bodyPr lIns="91440" tIns="45720" rIns="91440" bIns="45720" anchor="t">
            <a:normAutofit/>
          </a:bodyPr>
          <a:lstStyle>
            <a:lvl1pPr indent="0" algn="l" defTabSz="914400">
              <a:lnSpc>
                <a:spcPct val="12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12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433" name="PlaceHolder 17"/>
          <p:cNvSpPr>
            <a:spLocks noGrp="1"/>
          </p:cNvSpPr>
          <p:nvPr>
            <p:ph type="body"/>
          </p:nvPr>
        </p:nvSpPr>
        <p:spPr>
          <a:xfrm>
            <a:off x="943416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6 pictos">
    <p:bg>
      <p:bgPr>
        <a:solidFill>
          <a:srgbClr val="FFFFFF"/>
        </a:solidFill>
      </p:bgPr>
    </p:bg>
    <p:spTree>
      <p:nvGrpSpPr>
        <p:cNvPr id="1" name=""/>
        <p:cNvGrpSpPr/>
        <p:nvPr/>
      </p:nvGrpSpPr>
      <p:grpSpPr>
        <a:xfrm>
          <a:off x="0" y="0"/>
          <a:ext cx="0" cy="0"/>
          <a:chOff x="0" y="0"/>
          <a:chExt cx="0" cy="0"/>
        </a:xfrm>
      </p:grpSpPr>
      <p:pic>
        <p:nvPicPr>
          <p:cNvPr id="434" name="Image 6"/>
          <p:cNvPicPr/>
          <p:nvPr/>
        </p:nvPicPr>
        <p:blipFill>
          <a:blip r:embed="rId2"/>
          <a:srcRect l="0" t="9549" r="0" b="9549"/>
          <a:stretch/>
        </p:blipFill>
        <p:spPr>
          <a:xfrm>
            <a:off x="2668320" y="6262920"/>
            <a:ext cx="9523080" cy="601200"/>
          </a:xfrm>
          <a:prstGeom prst="rect">
            <a:avLst/>
          </a:prstGeom>
          <a:noFill/>
          <a:ln w="0">
            <a:noFill/>
          </a:ln>
        </p:spPr>
      </p:pic>
      <p:sp>
        <p:nvSpPr>
          <p:cNvPr id="435"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436" name="Image 10"/>
          <p:cNvPicPr/>
          <p:nvPr/>
        </p:nvPicPr>
        <p:blipFill>
          <a:blip r:embed="rId3"/>
          <a:stretch/>
        </p:blipFill>
        <p:spPr>
          <a:xfrm>
            <a:off x="756720" y="6449760"/>
            <a:ext cx="908280" cy="238680"/>
          </a:xfrm>
          <a:prstGeom prst="rect">
            <a:avLst/>
          </a:prstGeom>
          <a:noFill/>
          <a:ln w="0">
            <a:noFill/>
          </a:ln>
        </p:spPr>
      </p:pic>
      <p:cxnSp>
        <p:nvCxnSpPr>
          <p:cNvPr id="437" name="Connecteur droit 11"/>
          <p:cNvCxnSpPr/>
          <p:nvPr/>
        </p:nvCxnSpPr>
        <p:spPr>
          <a:xfrm>
            <a:off x="0" y="145440"/>
            <a:ext cx="12192480" cy="720"/>
          </a:xfrm>
          <a:prstGeom prst="straightConnector1">
            <a:avLst/>
          </a:prstGeom>
          <a:ln w="0">
            <a:solidFill>
              <a:srgbClr val="E7E6E6"/>
            </a:solidFill>
          </a:ln>
        </p:spPr>
      </p:cxnSp>
      <p:cxnSp>
        <p:nvCxnSpPr>
          <p:cNvPr id="438" name="Connecteur droit 12"/>
          <p:cNvCxnSpPr/>
          <p:nvPr/>
        </p:nvCxnSpPr>
        <p:spPr>
          <a:xfrm>
            <a:off x="12033360" y="-6480"/>
            <a:ext cx="720" cy="6851520"/>
          </a:xfrm>
          <a:prstGeom prst="straightConnector1">
            <a:avLst/>
          </a:prstGeom>
          <a:ln w="0">
            <a:solidFill>
              <a:srgbClr val="E7E6E6"/>
            </a:solidFill>
          </a:ln>
        </p:spPr>
      </p:cxnSp>
      <p:cxnSp>
        <p:nvCxnSpPr>
          <p:cNvPr id="439" name="Connecteur droit 13"/>
          <p:cNvCxnSpPr/>
          <p:nvPr/>
        </p:nvCxnSpPr>
        <p:spPr>
          <a:xfrm>
            <a:off x="2668320" y="6255720"/>
            <a:ext cx="720" cy="596160"/>
          </a:xfrm>
          <a:prstGeom prst="straightConnector1">
            <a:avLst/>
          </a:prstGeom>
          <a:ln w="0">
            <a:solidFill>
              <a:srgbClr val="E7E6E6"/>
            </a:solidFill>
          </a:ln>
        </p:spPr>
      </p:cxnSp>
      <p:sp>
        <p:nvSpPr>
          <p:cNvPr id="440"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8BBC3192-C319-45A7-B89F-73F12435F85F}"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441" name="Connecteur droit 15"/>
          <p:cNvCxnSpPr/>
          <p:nvPr/>
        </p:nvCxnSpPr>
        <p:spPr>
          <a:xfrm>
            <a:off x="0" y="6254640"/>
            <a:ext cx="12192480" cy="720"/>
          </a:xfrm>
          <a:prstGeom prst="straightConnector1">
            <a:avLst/>
          </a:prstGeom>
          <a:ln w="0">
            <a:solidFill>
              <a:srgbClr val="FFFFFF"/>
            </a:solidFill>
          </a:ln>
        </p:spPr>
      </p:cxnSp>
      <p:sp>
        <p:nvSpPr>
          <p:cNvPr id="442"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443" name="PlaceHolder 2"/>
          <p:cNvSpPr>
            <a:spLocks noGrp="1"/>
          </p:cNvSpPr>
          <p:nvPr>
            <p:ph type="ftr" idx="3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444" name="Connecteur droit 5"/>
          <p:cNvCxnSpPr/>
          <p:nvPr/>
        </p:nvCxnSpPr>
        <p:spPr>
          <a:xfrm>
            <a:off x="0" y="145440"/>
            <a:ext cx="12192480" cy="720"/>
          </a:xfrm>
          <a:prstGeom prst="straightConnector1">
            <a:avLst/>
          </a:prstGeom>
          <a:ln w="0">
            <a:solidFill>
              <a:srgbClr val="E7E6E6"/>
            </a:solidFill>
          </a:ln>
        </p:spPr>
      </p:cxnSp>
      <p:cxnSp>
        <p:nvCxnSpPr>
          <p:cNvPr id="445" name="Connecteur droit 6"/>
          <p:cNvCxnSpPr/>
          <p:nvPr/>
        </p:nvCxnSpPr>
        <p:spPr>
          <a:xfrm>
            <a:off x="12033360" y="-6480"/>
            <a:ext cx="720" cy="6851520"/>
          </a:xfrm>
          <a:prstGeom prst="straightConnector1">
            <a:avLst/>
          </a:prstGeom>
          <a:ln w="0">
            <a:solidFill>
              <a:srgbClr val="E7E6E6"/>
            </a:solidFill>
          </a:ln>
        </p:spPr>
      </p:cxnSp>
      <p:sp>
        <p:nvSpPr>
          <p:cNvPr id="446" name="PlaceHolder 3"/>
          <p:cNvSpPr>
            <a:spLocks noGrp="1"/>
          </p:cNvSpPr>
          <p:nvPr>
            <p:ph type="body"/>
          </p:nvPr>
        </p:nvSpPr>
        <p:spPr>
          <a:xfrm>
            <a:off x="838080" y="2144520"/>
            <a:ext cx="10514880" cy="853200"/>
          </a:xfrm>
          <a:prstGeom prst="rect">
            <a:avLst/>
          </a:prstGeom>
          <a:noFill/>
          <a:ln w="0">
            <a:noFill/>
          </a:ln>
        </p:spPr>
        <p:txBody>
          <a:bodyPr lIns="91440" tIns="45720" rIns="91440" bIns="45720" anchor="t">
            <a:normAutofit/>
          </a:bodyPr>
          <a:lstStyle>
            <a:lvl1pPr indent="0" algn="l" defTabSz="914400">
              <a:lnSpc>
                <a:spcPct val="100000"/>
              </a:lnSpc>
              <a:spcBef>
                <a:spcPts val="1001"/>
              </a:spcBef>
              <a:buNone/>
              <a:tabLst>
                <a:tab pos="0" algn="l"/>
              </a:tabLst>
              <a:defRPr lang="fr-FR" sz="1600" b="0" u="none" strike="noStrike">
                <a:solidFill>
                  <a:schemeClr val="dk2"/>
                </a:solidFill>
                <a:effectLst/>
                <a:uFillTx/>
                <a:latin typeface="Roboto Light"/>
                <a:ea typeface="Roboto Light"/>
              </a:defRPr>
            </a:lvl1pPr>
          </a:lstStyle>
          <a:p>
            <a:pPr indent="0" algn="l" defTabSz="914400">
              <a:lnSpc>
                <a:spcPct val="100000"/>
              </a:lnSpc>
              <a:spcBef>
                <a:spcPts val="1001"/>
              </a:spcBef>
              <a:buNone/>
              <a:tabLst>
                <a:tab pos="0" algn="l"/>
              </a:tabLst>
            </a:pPr>
            <a:r>
              <a:rPr lang="fr-FR" sz="1600" b="0" u="none" strike="noStrike">
                <a:solidFill>
                  <a:schemeClr val="dk2"/>
                </a:solidFill>
                <a:effectLst/>
                <a:uFillTx/>
                <a:latin typeface="Roboto Light"/>
                <a:ea typeface="Roboto Light"/>
              </a:rPr>
              <a:t>Cliquez pour modifier les styles du texte du masque</a:t>
            </a:r>
            <a:endParaRPr lang="fr-FR" sz="1600" b="0" u="none" strike="noStrike">
              <a:solidFill>
                <a:schemeClr val="dk2"/>
              </a:solidFill>
              <a:effectLst/>
              <a:uFillTx/>
              <a:latin typeface="Roboto Light"/>
            </a:endParaRPr>
          </a:p>
        </p:txBody>
      </p:sp>
      <p:sp>
        <p:nvSpPr>
          <p:cNvPr id="447" name="PlaceHolder 4"/>
          <p:cNvSpPr>
            <a:spLocks noGrp="1"/>
          </p:cNvSpPr>
          <p:nvPr>
            <p:ph type="body"/>
          </p:nvPr>
        </p:nvSpPr>
        <p:spPr>
          <a:xfrm>
            <a:off x="1320840" y="465984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cxnSp>
        <p:nvCxnSpPr>
          <p:cNvPr id="448" name="Connecteur droit 18"/>
          <p:cNvCxnSpPr/>
          <p:nvPr/>
        </p:nvCxnSpPr>
        <p:spPr>
          <a:xfrm>
            <a:off x="0" y="6255720"/>
            <a:ext cx="12192480" cy="720"/>
          </a:xfrm>
          <a:prstGeom prst="straightConnector1">
            <a:avLst/>
          </a:prstGeom>
          <a:ln w="0">
            <a:solidFill>
              <a:srgbClr val="FFFFFF"/>
            </a:solidFill>
          </a:ln>
        </p:spPr>
      </p:cxnSp>
      <p:sp>
        <p:nvSpPr>
          <p:cNvPr id="449" name="PlaceHolder 5"/>
          <p:cNvSpPr>
            <a:spLocks noGrp="1"/>
          </p:cNvSpPr>
          <p:nvPr>
            <p:ph type="body"/>
          </p:nvPr>
        </p:nvSpPr>
        <p:spPr>
          <a:xfrm>
            <a:off x="2934720" y="466668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450" name="PlaceHolder 6"/>
          <p:cNvSpPr>
            <a:spLocks noGrp="1"/>
          </p:cNvSpPr>
          <p:nvPr>
            <p:ph type="body"/>
          </p:nvPr>
        </p:nvSpPr>
        <p:spPr>
          <a:xfrm>
            <a:off x="4586040" y="466308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451" name="PlaceHolder 7"/>
          <p:cNvSpPr>
            <a:spLocks noGrp="1"/>
          </p:cNvSpPr>
          <p:nvPr>
            <p:ph type="body"/>
          </p:nvPr>
        </p:nvSpPr>
        <p:spPr>
          <a:xfrm>
            <a:off x="6200280" y="465804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452" name="PlaceHolder 8"/>
          <p:cNvSpPr>
            <a:spLocks noGrp="1"/>
          </p:cNvSpPr>
          <p:nvPr>
            <p:ph type="body"/>
          </p:nvPr>
        </p:nvSpPr>
        <p:spPr>
          <a:xfrm>
            <a:off x="7814160" y="465156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453" name="PlaceHolder 9"/>
          <p:cNvSpPr>
            <a:spLocks noGrp="1"/>
          </p:cNvSpPr>
          <p:nvPr>
            <p:ph type="body"/>
          </p:nvPr>
        </p:nvSpPr>
        <p:spPr>
          <a:xfrm>
            <a:off x="9428040" y="4648680"/>
            <a:ext cx="1283760" cy="1015200"/>
          </a:xfrm>
          <a:prstGeom prst="rect">
            <a:avLst/>
          </a:prstGeom>
          <a:noFill/>
          <a:ln w="0">
            <a:noFill/>
          </a:ln>
        </p:spPr>
        <p:txBody>
          <a:bodyPr lIns="91440" tIns="45720" rIns="91440" bIns="45720" anchor="t">
            <a:normAutofit/>
          </a:bodyPr>
          <a:lstStyle>
            <a:lvl1pPr indent="0" algn="ctr" defTabSz="914400">
              <a:lnSpc>
                <a:spcPct val="12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12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454" name="PlaceHolder 10"/>
          <p:cNvSpPr>
            <a:spLocks noGrp="1"/>
          </p:cNvSpPr>
          <p:nvPr>
            <p:ph type="body"/>
          </p:nvPr>
        </p:nvSpPr>
        <p:spPr>
          <a:xfrm>
            <a:off x="1320840" y="334296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55" name="PlaceHolder 11"/>
          <p:cNvSpPr>
            <a:spLocks noGrp="1"/>
          </p:cNvSpPr>
          <p:nvPr>
            <p:ph type="body"/>
          </p:nvPr>
        </p:nvSpPr>
        <p:spPr>
          <a:xfrm>
            <a:off x="2935080" y="333828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56" name="PlaceHolder 12"/>
          <p:cNvSpPr>
            <a:spLocks noGrp="1"/>
          </p:cNvSpPr>
          <p:nvPr>
            <p:ph type="body"/>
          </p:nvPr>
        </p:nvSpPr>
        <p:spPr>
          <a:xfrm>
            <a:off x="4586040" y="334116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57" name="PlaceHolder 13"/>
          <p:cNvSpPr>
            <a:spLocks noGrp="1"/>
          </p:cNvSpPr>
          <p:nvPr>
            <p:ph type="body"/>
          </p:nvPr>
        </p:nvSpPr>
        <p:spPr>
          <a:xfrm>
            <a:off x="6200280" y="333648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58" name="PlaceHolder 14"/>
          <p:cNvSpPr>
            <a:spLocks noGrp="1"/>
          </p:cNvSpPr>
          <p:nvPr>
            <p:ph type="body"/>
          </p:nvPr>
        </p:nvSpPr>
        <p:spPr>
          <a:xfrm>
            <a:off x="7813800" y="334764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459" name="PlaceHolder 15"/>
          <p:cNvSpPr>
            <a:spLocks noGrp="1"/>
          </p:cNvSpPr>
          <p:nvPr>
            <p:ph type="body"/>
          </p:nvPr>
        </p:nvSpPr>
        <p:spPr>
          <a:xfrm>
            <a:off x="9428040" y="3342960"/>
            <a:ext cx="1283400" cy="1283400"/>
          </a:xfrm>
          <a:prstGeom prst="rect">
            <a:avLst/>
          </a:prstGeom>
          <a:noFill/>
          <a:ln w="0">
            <a:noFill/>
          </a:ln>
        </p:spPr>
        <p:txBody>
          <a:bodyPr lIns="90000" tIns="45000" rIns="90000" bIns="45000" anchor="t">
            <a:noAutofit/>
          </a:bodyPr>
          <a:lstStyle>
            <a:lvl1pPr indent="0" algn="l" defTabSz="914400">
              <a:lnSpc>
                <a:spcPct val="12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2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abstrait 01">
    <p:bg>
      <p:bgPr>
        <a:solidFill>
          <a:schemeClr val="dk1"/>
        </a:solidFill>
      </p:bgPr>
    </p:bg>
    <p:spTree>
      <p:nvGrpSpPr>
        <p:cNvPr id="1" name=""/>
        <p:cNvGrpSpPr/>
        <p:nvPr/>
      </p:nvGrpSpPr>
      <p:grpSpPr>
        <a:xfrm>
          <a:off x="0" y="0"/>
          <a:ext cx="0" cy="0"/>
          <a:chOff x="0" y="0"/>
          <a:chExt cx="0" cy="0"/>
        </a:xfrm>
      </p:grpSpPr>
      <p:pic>
        <p:nvPicPr>
          <p:cNvPr id="460" name="Image 6"/>
          <p:cNvPicPr/>
          <p:nvPr/>
        </p:nvPicPr>
        <p:blipFill>
          <a:blip r:embed="rId2"/>
          <a:srcRect l="0" t="9549" r="0" b="9549"/>
          <a:stretch/>
        </p:blipFill>
        <p:spPr>
          <a:xfrm>
            <a:off x="2668320" y="6262920"/>
            <a:ext cx="9523080" cy="601200"/>
          </a:xfrm>
          <a:prstGeom prst="rect">
            <a:avLst/>
          </a:prstGeom>
          <a:noFill/>
          <a:ln w="0">
            <a:noFill/>
          </a:ln>
        </p:spPr>
      </p:pic>
      <p:sp>
        <p:nvSpPr>
          <p:cNvPr id="461" name="Rectangle 7"/>
          <p:cNvSpPr/>
          <p:nvPr/>
        </p:nvSpPr>
        <p:spPr>
          <a:xfrm>
            <a:off x="0" y="6262920"/>
            <a:ext cx="2667600" cy="59472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462" name="Image 11"/>
          <p:cNvPicPr/>
          <p:nvPr/>
        </p:nvPicPr>
        <p:blipFill>
          <a:blip r:embed="rId3"/>
          <a:stretch/>
        </p:blipFill>
        <p:spPr>
          <a:xfrm>
            <a:off x="756720" y="6449760"/>
            <a:ext cx="908280" cy="238680"/>
          </a:xfrm>
          <a:prstGeom prst="rect">
            <a:avLst/>
          </a:prstGeom>
          <a:noFill/>
          <a:ln w="0">
            <a:noFill/>
          </a:ln>
        </p:spPr>
      </p:pic>
      <p:cxnSp>
        <p:nvCxnSpPr>
          <p:cNvPr id="463" name="Connecteur droit 12"/>
          <p:cNvCxnSpPr/>
          <p:nvPr/>
        </p:nvCxnSpPr>
        <p:spPr>
          <a:xfrm>
            <a:off x="0" y="145440"/>
            <a:ext cx="12192480" cy="720"/>
          </a:xfrm>
          <a:prstGeom prst="straightConnector1">
            <a:avLst/>
          </a:prstGeom>
          <a:ln w="0">
            <a:solidFill>
              <a:srgbClr val="E7E6E6"/>
            </a:solidFill>
          </a:ln>
        </p:spPr>
      </p:cxnSp>
      <p:cxnSp>
        <p:nvCxnSpPr>
          <p:cNvPr id="464" name="Connecteur droit 13"/>
          <p:cNvCxnSpPr/>
          <p:nvPr/>
        </p:nvCxnSpPr>
        <p:spPr>
          <a:xfrm>
            <a:off x="12033360" y="-6480"/>
            <a:ext cx="720" cy="6851520"/>
          </a:xfrm>
          <a:prstGeom prst="straightConnector1">
            <a:avLst/>
          </a:prstGeom>
          <a:ln w="0">
            <a:solidFill>
              <a:srgbClr val="E7E6E6"/>
            </a:solidFill>
          </a:ln>
        </p:spPr>
      </p:cxnSp>
      <p:cxnSp>
        <p:nvCxnSpPr>
          <p:cNvPr id="465" name="Connecteur droit 14"/>
          <p:cNvCxnSpPr/>
          <p:nvPr/>
        </p:nvCxnSpPr>
        <p:spPr>
          <a:xfrm>
            <a:off x="2668320" y="6255720"/>
            <a:ext cx="720" cy="596160"/>
          </a:xfrm>
          <a:prstGeom prst="straightConnector1">
            <a:avLst/>
          </a:prstGeom>
          <a:ln w="0">
            <a:solidFill>
              <a:srgbClr val="E7E6E6"/>
            </a:solidFill>
          </a:ln>
        </p:spPr>
      </p:cxnSp>
      <p:cxnSp>
        <p:nvCxnSpPr>
          <p:cNvPr id="466" name="Connecteur droit 15"/>
          <p:cNvCxnSpPr/>
          <p:nvPr/>
        </p:nvCxnSpPr>
        <p:spPr>
          <a:xfrm>
            <a:off x="0" y="6235560"/>
            <a:ext cx="12192480" cy="720"/>
          </a:xfrm>
          <a:prstGeom prst="straightConnector1">
            <a:avLst/>
          </a:prstGeom>
          <a:ln w="0">
            <a:solidFill>
              <a:srgbClr val="FFFFFF"/>
            </a:solidFill>
          </a:ln>
        </p:spPr>
      </p:cxnSp>
      <p:sp>
        <p:nvSpPr>
          <p:cNvPr id="467" name="ZoneTexte 16"/>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46BDBEB1-F302-44F2-B4C5-24CBAC00F4CD}" type="slidenum">
              <a:rPr lang="fr-FR" sz="1050" b="0" u="none" strike="noStrike">
                <a:solidFill>
                  <a:schemeClr val="lt1"/>
                </a:solidFill>
                <a:effectLst/>
                <a:uFillTx/>
                <a:latin typeface="Roboto"/>
                <a:ea typeface="Roboto"/>
              </a:rPr>
              <a:t>&lt;number&gt;</a:t>
            </a:fld>
            <a:endParaRPr lang="en-US" sz="1050" b="0" u="none" strike="noStrike">
              <a:solidFill>
                <a:srgbClr val="FFFFFF"/>
              </a:solidFill>
              <a:effectLst/>
              <a:uFillTx/>
              <a:latin typeface="Arial"/>
            </a:endParaRPr>
          </a:p>
        </p:txBody>
      </p:sp>
      <p:pic>
        <p:nvPicPr>
          <p:cNvPr id="468" name="Image 7"/>
          <p:cNvPicPr/>
          <p:nvPr/>
        </p:nvPicPr>
        <p:blipFill>
          <a:blip r:embed="rId4"/>
          <a:srcRect l="0" t="4329" r="0" b="4329"/>
          <a:stretch/>
        </p:blipFill>
        <p:spPr>
          <a:xfrm>
            <a:off x="0" y="-12240"/>
            <a:ext cx="12191400" cy="6263280"/>
          </a:xfrm>
          <a:prstGeom prst="rect">
            <a:avLst/>
          </a:prstGeom>
          <a:noFill/>
          <a:ln w="0">
            <a:noFill/>
          </a:ln>
        </p:spPr>
      </p:pic>
      <p:grpSp>
        <p:nvGrpSpPr>
          <p:cNvPr id="469" name="Groupe 3"/>
          <p:cNvGrpSpPr/>
          <p:nvPr/>
        </p:nvGrpSpPr>
        <p:grpSpPr>
          <a:xfrm>
            <a:off x="0" y="-16200"/>
            <a:ext cx="12191400" cy="6270120"/>
            <a:chOff x="0" y="-16200"/>
            <a:chExt cx="12191400" cy="6270120"/>
          </a:xfrm>
        </p:grpSpPr>
        <p:sp>
          <p:nvSpPr>
            <p:cNvPr id="470"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471"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472"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473" name="PlaceHolder 1"/>
          <p:cNvSpPr>
            <a:spLocks noGrp="1"/>
          </p:cNvSpPr>
          <p:nvPr>
            <p:ph type="ftr" idx="31"/>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cxnSp>
        <p:nvCxnSpPr>
          <p:cNvPr id="474" name="Connecteur droit 15"/>
          <p:cNvCxnSpPr/>
          <p:nvPr/>
        </p:nvCxnSpPr>
        <p:spPr>
          <a:xfrm>
            <a:off x="0" y="145440"/>
            <a:ext cx="12192480" cy="720"/>
          </a:xfrm>
          <a:prstGeom prst="straightConnector1">
            <a:avLst/>
          </a:prstGeom>
          <a:ln w="0">
            <a:solidFill>
              <a:srgbClr val="FFFFFF"/>
            </a:solidFill>
          </a:ln>
        </p:spPr>
      </p:cxnSp>
      <p:cxnSp>
        <p:nvCxnSpPr>
          <p:cNvPr id="475" name="Connecteur droit 16"/>
          <p:cNvCxnSpPr/>
          <p:nvPr/>
        </p:nvCxnSpPr>
        <p:spPr>
          <a:xfrm>
            <a:off x="12033360" y="-6480"/>
            <a:ext cx="720" cy="6851520"/>
          </a:xfrm>
          <a:prstGeom prst="straightConnector1">
            <a:avLst/>
          </a:prstGeom>
          <a:ln w="0">
            <a:solidFill>
              <a:srgbClr val="FFFFFF"/>
            </a:solidFill>
          </a:ln>
        </p:spPr>
      </p:cxnSp>
      <p:cxnSp>
        <p:nvCxnSpPr>
          <p:cNvPr id="476" name="Connecteur droit 4"/>
          <p:cNvCxnSpPr/>
          <p:nvPr/>
        </p:nvCxnSpPr>
        <p:spPr>
          <a:xfrm>
            <a:off x="0" y="6253560"/>
            <a:ext cx="12192480" cy="720"/>
          </a:xfrm>
          <a:prstGeom prst="straightConnector1">
            <a:avLst/>
          </a:prstGeom>
          <a:ln w="0">
            <a:solidFill>
              <a:srgbClr val="FFFFFF"/>
            </a:solidFill>
          </a:ln>
        </p:spPr>
      </p:cxnSp>
      <p:sp>
        <p:nvSpPr>
          <p:cNvPr id="477" name="PlaceHolder 2"/>
          <p:cNvSpPr>
            <a:spLocks noGrp="1"/>
          </p:cNvSpPr>
          <p:nvPr>
            <p:ph type="body" hasCustomPrompt="1"/>
          </p:nvPr>
        </p:nvSpPr>
        <p:spPr>
          <a:xfrm>
            <a:off x="1010520" y="83736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01</a:t>
            </a:r>
            <a:endParaRPr lang="fr-FR" sz="15000" b="0" u="none" strike="noStrike">
              <a:solidFill>
                <a:schemeClr val="accent1"/>
              </a:solidFill>
              <a:effectLst/>
              <a:uFillTx/>
              <a:latin typeface="Roboto Light"/>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abstrait 02">
    <p:bg>
      <p:bgPr>
        <a:solidFill>
          <a:schemeClr val="dk1"/>
        </a:solidFill>
      </p:bgPr>
    </p:bg>
    <p:spTree>
      <p:nvGrpSpPr>
        <p:cNvPr id="1" name=""/>
        <p:cNvGrpSpPr/>
        <p:nvPr/>
      </p:nvGrpSpPr>
      <p:grpSpPr>
        <a:xfrm>
          <a:off x="0" y="0"/>
          <a:ext cx="0" cy="0"/>
          <a:chOff x="0" y="0"/>
          <a:chExt cx="0" cy="0"/>
        </a:xfrm>
      </p:grpSpPr>
      <p:pic>
        <p:nvPicPr>
          <p:cNvPr id="478" name="Image 6"/>
          <p:cNvPicPr/>
          <p:nvPr/>
        </p:nvPicPr>
        <p:blipFill>
          <a:blip r:embed="rId2"/>
          <a:srcRect l="0" t="9549" r="0" b="9549"/>
          <a:stretch/>
        </p:blipFill>
        <p:spPr>
          <a:xfrm>
            <a:off x="2668320" y="6262920"/>
            <a:ext cx="9523080" cy="601200"/>
          </a:xfrm>
          <a:prstGeom prst="rect">
            <a:avLst/>
          </a:prstGeom>
          <a:noFill/>
          <a:ln w="0">
            <a:noFill/>
          </a:ln>
        </p:spPr>
      </p:pic>
      <p:sp>
        <p:nvSpPr>
          <p:cNvPr id="479" name="Rectangle 7"/>
          <p:cNvSpPr/>
          <p:nvPr/>
        </p:nvSpPr>
        <p:spPr>
          <a:xfrm>
            <a:off x="0" y="6262920"/>
            <a:ext cx="2667600" cy="59472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480" name="Image 11"/>
          <p:cNvPicPr/>
          <p:nvPr/>
        </p:nvPicPr>
        <p:blipFill>
          <a:blip r:embed="rId3"/>
          <a:stretch/>
        </p:blipFill>
        <p:spPr>
          <a:xfrm>
            <a:off x="756720" y="6449760"/>
            <a:ext cx="908280" cy="238680"/>
          </a:xfrm>
          <a:prstGeom prst="rect">
            <a:avLst/>
          </a:prstGeom>
          <a:noFill/>
          <a:ln w="0">
            <a:noFill/>
          </a:ln>
        </p:spPr>
      </p:pic>
      <p:cxnSp>
        <p:nvCxnSpPr>
          <p:cNvPr id="481" name="Connecteur droit 12"/>
          <p:cNvCxnSpPr/>
          <p:nvPr/>
        </p:nvCxnSpPr>
        <p:spPr>
          <a:xfrm>
            <a:off x="0" y="145440"/>
            <a:ext cx="12192480" cy="720"/>
          </a:xfrm>
          <a:prstGeom prst="straightConnector1">
            <a:avLst/>
          </a:prstGeom>
          <a:ln w="0">
            <a:solidFill>
              <a:srgbClr val="E7E6E6"/>
            </a:solidFill>
          </a:ln>
        </p:spPr>
      </p:cxnSp>
      <p:cxnSp>
        <p:nvCxnSpPr>
          <p:cNvPr id="482" name="Connecteur droit 13"/>
          <p:cNvCxnSpPr/>
          <p:nvPr/>
        </p:nvCxnSpPr>
        <p:spPr>
          <a:xfrm>
            <a:off x="12033360" y="-6480"/>
            <a:ext cx="720" cy="6851520"/>
          </a:xfrm>
          <a:prstGeom prst="straightConnector1">
            <a:avLst/>
          </a:prstGeom>
          <a:ln w="0">
            <a:solidFill>
              <a:srgbClr val="E7E6E6"/>
            </a:solidFill>
          </a:ln>
        </p:spPr>
      </p:cxnSp>
      <p:cxnSp>
        <p:nvCxnSpPr>
          <p:cNvPr id="483" name="Connecteur droit 14"/>
          <p:cNvCxnSpPr/>
          <p:nvPr/>
        </p:nvCxnSpPr>
        <p:spPr>
          <a:xfrm>
            <a:off x="2668320" y="6255720"/>
            <a:ext cx="720" cy="596160"/>
          </a:xfrm>
          <a:prstGeom prst="straightConnector1">
            <a:avLst/>
          </a:prstGeom>
          <a:ln w="0">
            <a:solidFill>
              <a:srgbClr val="E7E6E6"/>
            </a:solidFill>
          </a:ln>
        </p:spPr>
      </p:cxnSp>
      <p:cxnSp>
        <p:nvCxnSpPr>
          <p:cNvPr id="484" name="Connecteur droit 15"/>
          <p:cNvCxnSpPr/>
          <p:nvPr/>
        </p:nvCxnSpPr>
        <p:spPr>
          <a:xfrm>
            <a:off x="0" y="6235560"/>
            <a:ext cx="12192480" cy="720"/>
          </a:xfrm>
          <a:prstGeom prst="straightConnector1">
            <a:avLst/>
          </a:prstGeom>
          <a:ln w="0">
            <a:solidFill>
              <a:srgbClr val="FFFFFF"/>
            </a:solidFill>
          </a:ln>
        </p:spPr>
      </p:cxnSp>
      <p:sp>
        <p:nvSpPr>
          <p:cNvPr id="485" name="ZoneTexte 16"/>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AE958F6A-DAED-461D-9BF5-462E66547446}" type="slidenum">
              <a:rPr lang="fr-FR" sz="1050" b="0" u="none" strike="noStrike">
                <a:solidFill>
                  <a:schemeClr val="lt1"/>
                </a:solidFill>
                <a:effectLst/>
                <a:uFillTx/>
                <a:latin typeface="Roboto"/>
                <a:ea typeface="Roboto"/>
              </a:rPr>
              <a:t>&lt;number&gt;</a:t>
            </a:fld>
            <a:endParaRPr lang="en-US" sz="1050" b="0" u="none" strike="noStrike">
              <a:solidFill>
                <a:srgbClr val="FFFFFF"/>
              </a:solidFill>
              <a:effectLst/>
              <a:uFillTx/>
              <a:latin typeface="Arial"/>
            </a:endParaRPr>
          </a:p>
        </p:txBody>
      </p:sp>
      <p:pic>
        <p:nvPicPr>
          <p:cNvPr id="486" name="Image 7"/>
          <p:cNvPicPr/>
          <p:nvPr/>
        </p:nvPicPr>
        <p:blipFill>
          <a:blip r:embed="rId4"/>
          <a:srcRect l="0" t="4329" r="0" b="4329"/>
          <a:stretch/>
        </p:blipFill>
        <p:spPr>
          <a:xfrm>
            <a:off x="0" y="-12240"/>
            <a:ext cx="12191400" cy="6263280"/>
          </a:xfrm>
          <a:prstGeom prst="rect">
            <a:avLst/>
          </a:prstGeom>
          <a:noFill/>
          <a:ln w="0">
            <a:noFill/>
          </a:ln>
        </p:spPr>
      </p:pic>
      <p:grpSp>
        <p:nvGrpSpPr>
          <p:cNvPr id="487" name="Groupe 3"/>
          <p:cNvGrpSpPr/>
          <p:nvPr/>
        </p:nvGrpSpPr>
        <p:grpSpPr>
          <a:xfrm>
            <a:off x="0" y="-16200"/>
            <a:ext cx="12191400" cy="6270120"/>
            <a:chOff x="0" y="-16200"/>
            <a:chExt cx="12191400" cy="6270120"/>
          </a:xfrm>
        </p:grpSpPr>
        <p:sp>
          <p:nvSpPr>
            <p:cNvPr id="488"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489"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490"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491" name="PlaceHolder 1"/>
          <p:cNvSpPr>
            <a:spLocks noGrp="1"/>
          </p:cNvSpPr>
          <p:nvPr>
            <p:ph type="ftr" idx="32"/>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cxnSp>
        <p:nvCxnSpPr>
          <p:cNvPr id="492" name="Connecteur droit 15"/>
          <p:cNvCxnSpPr/>
          <p:nvPr/>
        </p:nvCxnSpPr>
        <p:spPr>
          <a:xfrm>
            <a:off x="0" y="145440"/>
            <a:ext cx="12192480" cy="720"/>
          </a:xfrm>
          <a:prstGeom prst="straightConnector1">
            <a:avLst/>
          </a:prstGeom>
          <a:ln w="0">
            <a:solidFill>
              <a:srgbClr val="FFFFFF"/>
            </a:solidFill>
          </a:ln>
        </p:spPr>
      </p:cxnSp>
      <p:cxnSp>
        <p:nvCxnSpPr>
          <p:cNvPr id="493" name="Connecteur droit 16"/>
          <p:cNvCxnSpPr/>
          <p:nvPr/>
        </p:nvCxnSpPr>
        <p:spPr>
          <a:xfrm>
            <a:off x="12033360" y="-6480"/>
            <a:ext cx="720" cy="6851520"/>
          </a:xfrm>
          <a:prstGeom prst="straightConnector1">
            <a:avLst/>
          </a:prstGeom>
          <a:ln w="0">
            <a:solidFill>
              <a:srgbClr val="FFFFFF"/>
            </a:solidFill>
          </a:ln>
        </p:spPr>
      </p:cxnSp>
      <p:cxnSp>
        <p:nvCxnSpPr>
          <p:cNvPr id="494" name="Connecteur droit 4"/>
          <p:cNvCxnSpPr/>
          <p:nvPr/>
        </p:nvCxnSpPr>
        <p:spPr>
          <a:xfrm>
            <a:off x="0" y="6253560"/>
            <a:ext cx="12192480" cy="720"/>
          </a:xfrm>
          <a:prstGeom prst="straightConnector1">
            <a:avLst/>
          </a:prstGeom>
          <a:ln w="0">
            <a:solidFill>
              <a:srgbClr val="FFFFFF"/>
            </a:solidFill>
          </a:ln>
        </p:spPr>
      </p:cxnSp>
      <p:sp>
        <p:nvSpPr>
          <p:cNvPr id="495" name="PlaceHolder 2"/>
          <p:cNvSpPr>
            <a:spLocks noGrp="1"/>
          </p:cNvSpPr>
          <p:nvPr>
            <p:ph type="body" hasCustomPrompt="1"/>
          </p:nvPr>
        </p:nvSpPr>
        <p:spPr>
          <a:xfrm>
            <a:off x="1010520" y="83736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01</a:t>
            </a:r>
            <a:endParaRPr lang="fr-FR" sz="15000" b="0" u="none" strike="noStrike">
              <a:solidFill>
                <a:schemeClr val="accent1"/>
              </a:solidFill>
              <a:effectLst/>
              <a:uFillTx/>
              <a:latin typeface="Roboto Light"/>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abstrait 03">
    <p:bg>
      <p:bgPr>
        <a:solidFill>
          <a:schemeClr val="dk1"/>
        </a:solidFill>
      </p:bgPr>
    </p:bg>
    <p:spTree>
      <p:nvGrpSpPr>
        <p:cNvPr id="1" name=""/>
        <p:cNvGrpSpPr/>
        <p:nvPr/>
      </p:nvGrpSpPr>
      <p:grpSpPr>
        <a:xfrm>
          <a:off x="0" y="0"/>
          <a:ext cx="0" cy="0"/>
          <a:chOff x="0" y="0"/>
          <a:chExt cx="0" cy="0"/>
        </a:xfrm>
      </p:grpSpPr>
      <p:pic>
        <p:nvPicPr>
          <p:cNvPr id="496" name="Image 6"/>
          <p:cNvPicPr/>
          <p:nvPr/>
        </p:nvPicPr>
        <p:blipFill>
          <a:blip r:embed="rId2"/>
          <a:srcRect l="0" t="9549" r="0" b="9549"/>
          <a:stretch/>
        </p:blipFill>
        <p:spPr>
          <a:xfrm>
            <a:off x="2668320" y="6262920"/>
            <a:ext cx="9523080" cy="601200"/>
          </a:xfrm>
          <a:prstGeom prst="rect">
            <a:avLst/>
          </a:prstGeom>
          <a:noFill/>
          <a:ln w="0">
            <a:noFill/>
          </a:ln>
        </p:spPr>
      </p:pic>
      <p:sp>
        <p:nvSpPr>
          <p:cNvPr id="497" name="Rectangle 7"/>
          <p:cNvSpPr/>
          <p:nvPr/>
        </p:nvSpPr>
        <p:spPr>
          <a:xfrm>
            <a:off x="0" y="6262920"/>
            <a:ext cx="2667600" cy="59472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498" name="Image 11"/>
          <p:cNvPicPr/>
          <p:nvPr/>
        </p:nvPicPr>
        <p:blipFill>
          <a:blip r:embed="rId3"/>
          <a:stretch/>
        </p:blipFill>
        <p:spPr>
          <a:xfrm>
            <a:off x="756720" y="6449760"/>
            <a:ext cx="908280" cy="238680"/>
          </a:xfrm>
          <a:prstGeom prst="rect">
            <a:avLst/>
          </a:prstGeom>
          <a:noFill/>
          <a:ln w="0">
            <a:noFill/>
          </a:ln>
        </p:spPr>
      </p:pic>
      <p:cxnSp>
        <p:nvCxnSpPr>
          <p:cNvPr id="499" name="Connecteur droit 12"/>
          <p:cNvCxnSpPr/>
          <p:nvPr/>
        </p:nvCxnSpPr>
        <p:spPr>
          <a:xfrm>
            <a:off x="0" y="145440"/>
            <a:ext cx="12192480" cy="720"/>
          </a:xfrm>
          <a:prstGeom prst="straightConnector1">
            <a:avLst/>
          </a:prstGeom>
          <a:ln w="0">
            <a:solidFill>
              <a:srgbClr val="E7E6E6"/>
            </a:solidFill>
          </a:ln>
        </p:spPr>
      </p:cxnSp>
      <p:cxnSp>
        <p:nvCxnSpPr>
          <p:cNvPr id="500" name="Connecteur droit 13"/>
          <p:cNvCxnSpPr/>
          <p:nvPr/>
        </p:nvCxnSpPr>
        <p:spPr>
          <a:xfrm>
            <a:off x="12033360" y="-6480"/>
            <a:ext cx="720" cy="6851520"/>
          </a:xfrm>
          <a:prstGeom prst="straightConnector1">
            <a:avLst/>
          </a:prstGeom>
          <a:ln w="0">
            <a:solidFill>
              <a:srgbClr val="E7E6E6"/>
            </a:solidFill>
          </a:ln>
        </p:spPr>
      </p:cxnSp>
      <p:cxnSp>
        <p:nvCxnSpPr>
          <p:cNvPr id="501" name="Connecteur droit 14"/>
          <p:cNvCxnSpPr/>
          <p:nvPr/>
        </p:nvCxnSpPr>
        <p:spPr>
          <a:xfrm>
            <a:off x="2668320" y="6255720"/>
            <a:ext cx="720" cy="596160"/>
          </a:xfrm>
          <a:prstGeom prst="straightConnector1">
            <a:avLst/>
          </a:prstGeom>
          <a:ln w="0">
            <a:solidFill>
              <a:srgbClr val="E7E6E6"/>
            </a:solidFill>
          </a:ln>
        </p:spPr>
      </p:cxnSp>
      <p:cxnSp>
        <p:nvCxnSpPr>
          <p:cNvPr id="502" name="Connecteur droit 15"/>
          <p:cNvCxnSpPr/>
          <p:nvPr/>
        </p:nvCxnSpPr>
        <p:spPr>
          <a:xfrm>
            <a:off x="0" y="6235560"/>
            <a:ext cx="12192480" cy="720"/>
          </a:xfrm>
          <a:prstGeom prst="straightConnector1">
            <a:avLst/>
          </a:prstGeom>
          <a:ln w="0">
            <a:solidFill>
              <a:srgbClr val="FFFFFF"/>
            </a:solidFill>
          </a:ln>
        </p:spPr>
      </p:cxnSp>
      <p:sp>
        <p:nvSpPr>
          <p:cNvPr id="503" name="ZoneTexte 16"/>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D8D61AD6-6E8F-4866-A5E1-203C3E47FE6C}" type="slidenum">
              <a:rPr lang="fr-FR" sz="1050" b="0" u="none" strike="noStrike">
                <a:solidFill>
                  <a:schemeClr val="lt1"/>
                </a:solidFill>
                <a:effectLst/>
                <a:uFillTx/>
                <a:latin typeface="Roboto"/>
                <a:ea typeface="Roboto"/>
              </a:rPr>
              <a:t>&lt;number&gt;</a:t>
            </a:fld>
            <a:endParaRPr lang="en-US" sz="1050" b="0" u="none" strike="noStrike">
              <a:solidFill>
                <a:srgbClr val="FFFFFF"/>
              </a:solidFill>
              <a:effectLst/>
              <a:uFillTx/>
              <a:latin typeface="Arial"/>
            </a:endParaRPr>
          </a:p>
        </p:txBody>
      </p:sp>
      <p:pic>
        <p:nvPicPr>
          <p:cNvPr id="504" name="Image 7"/>
          <p:cNvPicPr/>
          <p:nvPr/>
        </p:nvPicPr>
        <p:blipFill>
          <a:blip r:embed="rId4"/>
          <a:srcRect l="0" t="4329" r="0" b="4329"/>
          <a:stretch/>
        </p:blipFill>
        <p:spPr>
          <a:xfrm>
            <a:off x="0" y="-12240"/>
            <a:ext cx="12191400" cy="6263280"/>
          </a:xfrm>
          <a:prstGeom prst="rect">
            <a:avLst/>
          </a:prstGeom>
          <a:noFill/>
          <a:ln w="0">
            <a:noFill/>
          </a:ln>
        </p:spPr>
      </p:pic>
      <p:grpSp>
        <p:nvGrpSpPr>
          <p:cNvPr id="505" name="Groupe 3"/>
          <p:cNvGrpSpPr/>
          <p:nvPr/>
        </p:nvGrpSpPr>
        <p:grpSpPr>
          <a:xfrm>
            <a:off x="0" y="-16200"/>
            <a:ext cx="12191400" cy="6270120"/>
            <a:chOff x="0" y="-16200"/>
            <a:chExt cx="12191400" cy="6270120"/>
          </a:xfrm>
        </p:grpSpPr>
        <p:sp>
          <p:nvSpPr>
            <p:cNvPr id="506"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507"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508"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509" name="PlaceHolder 1"/>
          <p:cNvSpPr>
            <a:spLocks noGrp="1"/>
          </p:cNvSpPr>
          <p:nvPr>
            <p:ph type="ftr" idx="3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cxnSp>
        <p:nvCxnSpPr>
          <p:cNvPr id="510" name="Connecteur droit 15"/>
          <p:cNvCxnSpPr/>
          <p:nvPr/>
        </p:nvCxnSpPr>
        <p:spPr>
          <a:xfrm>
            <a:off x="0" y="145440"/>
            <a:ext cx="12192480" cy="720"/>
          </a:xfrm>
          <a:prstGeom prst="straightConnector1">
            <a:avLst/>
          </a:prstGeom>
          <a:ln w="0">
            <a:solidFill>
              <a:srgbClr val="FFFFFF"/>
            </a:solidFill>
          </a:ln>
        </p:spPr>
      </p:cxnSp>
      <p:cxnSp>
        <p:nvCxnSpPr>
          <p:cNvPr id="511" name="Connecteur droit 16"/>
          <p:cNvCxnSpPr/>
          <p:nvPr/>
        </p:nvCxnSpPr>
        <p:spPr>
          <a:xfrm>
            <a:off x="12033360" y="-6480"/>
            <a:ext cx="720" cy="6851520"/>
          </a:xfrm>
          <a:prstGeom prst="straightConnector1">
            <a:avLst/>
          </a:prstGeom>
          <a:ln w="0">
            <a:solidFill>
              <a:srgbClr val="FFFFFF"/>
            </a:solidFill>
          </a:ln>
        </p:spPr>
      </p:cxnSp>
      <p:cxnSp>
        <p:nvCxnSpPr>
          <p:cNvPr id="512" name="Connecteur droit 4"/>
          <p:cNvCxnSpPr/>
          <p:nvPr/>
        </p:nvCxnSpPr>
        <p:spPr>
          <a:xfrm>
            <a:off x="0" y="6253560"/>
            <a:ext cx="12192480" cy="720"/>
          </a:xfrm>
          <a:prstGeom prst="straightConnector1">
            <a:avLst/>
          </a:prstGeom>
          <a:ln w="0">
            <a:solidFill>
              <a:srgbClr val="FFFFFF"/>
            </a:solidFill>
          </a:ln>
        </p:spPr>
      </p:cxnSp>
      <p:sp>
        <p:nvSpPr>
          <p:cNvPr id="513" name="PlaceHolder 2"/>
          <p:cNvSpPr>
            <a:spLocks noGrp="1"/>
          </p:cNvSpPr>
          <p:nvPr>
            <p:ph type="body" hasCustomPrompt="1"/>
          </p:nvPr>
        </p:nvSpPr>
        <p:spPr>
          <a:xfrm>
            <a:off x="1010520" y="83736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01</a:t>
            </a:r>
            <a:endParaRPr lang="fr-FR" sz="15000" b="0" u="none" strike="noStrike">
              <a:solidFill>
                <a:schemeClr val="accent1"/>
              </a:solidFill>
              <a:effectLst/>
              <a:uFillTx/>
              <a:latin typeface="Roboto Light"/>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abstrait 04">
    <p:bg>
      <p:bgPr>
        <a:solidFill>
          <a:schemeClr val="dk1"/>
        </a:solidFill>
      </p:bgPr>
    </p:bg>
    <p:spTree>
      <p:nvGrpSpPr>
        <p:cNvPr id="1" name=""/>
        <p:cNvGrpSpPr/>
        <p:nvPr/>
      </p:nvGrpSpPr>
      <p:grpSpPr>
        <a:xfrm>
          <a:off x="0" y="0"/>
          <a:ext cx="0" cy="0"/>
          <a:chOff x="0" y="0"/>
          <a:chExt cx="0" cy="0"/>
        </a:xfrm>
      </p:grpSpPr>
      <p:pic>
        <p:nvPicPr>
          <p:cNvPr id="514" name="Image 6"/>
          <p:cNvPicPr/>
          <p:nvPr/>
        </p:nvPicPr>
        <p:blipFill>
          <a:blip r:embed="rId2"/>
          <a:srcRect l="0" t="9549" r="0" b="9549"/>
          <a:stretch/>
        </p:blipFill>
        <p:spPr>
          <a:xfrm>
            <a:off x="2668320" y="6262920"/>
            <a:ext cx="9523080" cy="601200"/>
          </a:xfrm>
          <a:prstGeom prst="rect">
            <a:avLst/>
          </a:prstGeom>
          <a:noFill/>
          <a:ln w="0">
            <a:noFill/>
          </a:ln>
        </p:spPr>
      </p:pic>
      <p:sp>
        <p:nvSpPr>
          <p:cNvPr id="515" name="Rectangle 7"/>
          <p:cNvSpPr/>
          <p:nvPr/>
        </p:nvSpPr>
        <p:spPr>
          <a:xfrm>
            <a:off x="0" y="6262920"/>
            <a:ext cx="2667600" cy="59472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16" name="Image 11"/>
          <p:cNvPicPr/>
          <p:nvPr/>
        </p:nvPicPr>
        <p:blipFill>
          <a:blip r:embed="rId3"/>
          <a:stretch/>
        </p:blipFill>
        <p:spPr>
          <a:xfrm>
            <a:off x="756720" y="6449760"/>
            <a:ext cx="908280" cy="238680"/>
          </a:xfrm>
          <a:prstGeom prst="rect">
            <a:avLst/>
          </a:prstGeom>
          <a:noFill/>
          <a:ln w="0">
            <a:noFill/>
          </a:ln>
        </p:spPr>
      </p:pic>
      <p:cxnSp>
        <p:nvCxnSpPr>
          <p:cNvPr id="517" name="Connecteur droit 12"/>
          <p:cNvCxnSpPr/>
          <p:nvPr/>
        </p:nvCxnSpPr>
        <p:spPr>
          <a:xfrm>
            <a:off x="0" y="145440"/>
            <a:ext cx="12192480" cy="720"/>
          </a:xfrm>
          <a:prstGeom prst="straightConnector1">
            <a:avLst/>
          </a:prstGeom>
          <a:ln w="0">
            <a:solidFill>
              <a:srgbClr val="E7E6E6"/>
            </a:solidFill>
          </a:ln>
        </p:spPr>
      </p:cxnSp>
      <p:cxnSp>
        <p:nvCxnSpPr>
          <p:cNvPr id="518" name="Connecteur droit 13"/>
          <p:cNvCxnSpPr/>
          <p:nvPr/>
        </p:nvCxnSpPr>
        <p:spPr>
          <a:xfrm>
            <a:off x="12033360" y="-6480"/>
            <a:ext cx="720" cy="6851520"/>
          </a:xfrm>
          <a:prstGeom prst="straightConnector1">
            <a:avLst/>
          </a:prstGeom>
          <a:ln w="0">
            <a:solidFill>
              <a:srgbClr val="E7E6E6"/>
            </a:solidFill>
          </a:ln>
        </p:spPr>
      </p:cxnSp>
      <p:cxnSp>
        <p:nvCxnSpPr>
          <p:cNvPr id="519" name="Connecteur droit 14"/>
          <p:cNvCxnSpPr/>
          <p:nvPr/>
        </p:nvCxnSpPr>
        <p:spPr>
          <a:xfrm>
            <a:off x="2668320" y="6255720"/>
            <a:ext cx="720" cy="596160"/>
          </a:xfrm>
          <a:prstGeom prst="straightConnector1">
            <a:avLst/>
          </a:prstGeom>
          <a:ln w="0">
            <a:solidFill>
              <a:srgbClr val="E7E6E6"/>
            </a:solidFill>
          </a:ln>
        </p:spPr>
      </p:cxnSp>
      <p:cxnSp>
        <p:nvCxnSpPr>
          <p:cNvPr id="520" name="Connecteur droit 15"/>
          <p:cNvCxnSpPr/>
          <p:nvPr/>
        </p:nvCxnSpPr>
        <p:spPr>
          <a:xfrm>
            <a:off x="0" y="6235560"/>
            <a:ext cx="12192480" cy="720"/>
          </a:xfrm>
          <a:prstGeom prst="straightConnector1">
            <a:avLst/>
          </a:prstGeom>
          <a:ln w="0">
            <a:solidFill>
              <a:srgbClr val="FFFFFF"/>
            </a:solidFill>
          </a:ln>
        </p:spPr>
      </p:cxnSp>
      <p:sp>
        <p:nvSpPr>
          <p:cNvPr id="521" name="ZoneTexte 16"/>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97C6D5DA-0BEF-4623-9EC5-136268E874B3}" type="slidenum">
              <a:rPr lang="fr-FR" sz="1050" b="0" u="none" strike="noStrike">
                <a:solidFill>
                  <a:schemeClr val="lt1"/>
                </a:solidFill>
                <a:effectLst/>
                <a:uFillTx/>
                <a:latin typeface="Roboto"/>
                <a:ea typeface="Roboto"/>
              </a:rPr>
              <a:t>&lt;number&gt;</a:t>
            </a:fld>
            <a:endParaRPr lang="en-US" sz="1050" b="0" u="none" strike="noStrike">
              <a:solidFill>
                <a:srgbClr val="FFFFFF"/>
              </a:solidFill>
              <a:effectLst/>
              <a:uFillTx/>
              <a:latin typeface="Arial"/>
            </a:endParaRPr>
          </a:p>
        </p:txBody>
      </p:sp>
      <p:pic>
        <p:nvPicPr>
          <p:cNvPr id="522" name="Image 7"/>
          <p:cNvPicPr/>
          <p:nvPr/>
        </p:nvPicPr>
        <p:blipFill>
          <a:blip r:embed="rId4"/>
          <a:srcRect l="0" t="4329" r="0" b="4329"/>
          <a:stretch/>
        </p:blipFill>
        <p:spPr>
          <a:xfrm>
            <a:off x="0" y="-12240"/>
            <a:ext cx="12191400" cy="6263280"/>
          </a:xfrm>
          <a:prstGeom prst="rect">
            <a:avLst/>
          </a:prstGeom>
          <a:noFill/>
          <a:ln w="0">
            <a:noFill/>
          </a:ln>
        </p:spPr>
      </p:pic>
      <p:grpSp>
        <p:nvGrpSpPr>
          <p:cNvPr id="523" name="Groupe 3"/>
          <p:cNvGrpSpPr/>
          <p:nvPr/>
        </p:nvGrpSpPr>
        <p:grpSpPr>
          <a:xfrm>
            <a:off x="0" y="-16200"/>
            <a:ext cx="12191400" cy="6270120"/>
            <a:chOff x="0" y="-16200"/>
            <a:chExt cx="12191400" cy="6270120"/>
          </a:xfrm>
        </p:grpSpPr>
        <p:sp>
          <p:nvSpPr>
            <p:cNvPr id="524"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525"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526"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527" name="PlaceHolder 1"/>
          <p:cNvSpPr>
            <a:spLocks noGrp="1"/>
          </p:cNvSpPr>
          <p:nvPr>
            <p:ph type="ftr" idx="34"/>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cxnSp>
        <p:nvCxnSpPr>
          <p:cNvPr id="528" name="Connecteur droit 15"/>
          <p:cNvCxnSpPr/>
          <p:nvPr/>
        </p:nvCxnSpPr>
        <p:spPr>
          <a:xfrm>
            <a:off x="0" y="145440"/>
            <a:ext cx="12192480" cy="720"/>
          </a:xfrm>
          <a:prstGeom prst="straightConnector1">
            <a:avLst/>
          </a:prstGeom>
          <a:ln w="0">
            <a:solidFill>
              <a:srgbClr val="FFFFFF"/>
            </a:solidFill>
          </a:ln>
        </p:spPr>
      </p:cxnSp>
      <p:cxnSp>
        <p:nvCxnSpPr>
          <p:cNvPr id="529" name="Connecteur droit 16"/>
          <p:cNvCxnSpPr/>
          <p:nvPr/>
        </p:nvCxnSpPr>
        <p:spPr>
          <a:xfrm>
            <a:off x="12033360" y="-6480"/>
            <a:ext cx="720" cy="6851520"/>
          </a:xfrm>
          <a:prstGeom prst="straightConnector1">
            <a:avLst/>
          </a:prstGeom>
          <a:ln w="0">
            <a:solidFill>
              <a:srgbClr val="FFFFFF"/>
            </a:solidFill>
          </a:ln>
        </p:spPr>
      </p:cxnSp>
      <p:cxnSp>
        <p:nvCxnSpPr>
          <p:cNvPr id="530" name="Connecteur droit 4"/>
          <p:cNvCxnSpPr/>
          <p:nvPr/>
        </p:nvCxnSpPr>
        <p:spPr>
          <a:xfrm>
            <a:off x="0" y="6253560"/>
            <a:ext cx="12192480" cy="720"/>
          </a:xfrm>
          <a:prstGeom prst="straightConnector1">
            <a:avLst/>
          </a:prstGeom>
          <a:ln w="0">
            <a:solidFill>
              <a:srgbClr val="FFFFFF"/>
            </a:solidFill>
          </a:ln>
        </p:spPr>
      </p:cxnSp>
      <p:sp>
        <p:nvSpPr>
          <p:cNvPr id="531" name="PlaceHolder 2"/>
          <p:cNvSpPr>
            <a:spLocks noGrp="1"/>
          </p:cNvSpPr>
          <p:nvPr>
            <p:ph type="body" hasCustomPrompt="1"/>
          </p:nvPr>
        </p:nvSpPr>
        <p:spPr>
          <a:xfrm>
            <a:off x="1010520" y="83736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01</a:t>
            </a:r>
            <a:endParaRPr lang="fr-FR" sz="15000" b="0" u="none" strike="noStrike">
              <a:solidFill>
                <a:schemeClr val="accent1"/>
              </a:solidFill>
              <a:effectLst/>
              <a:uFillTx/>
              <a:latin typeface="Roboto Light"/>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abstrait 05">
    <p:bg>
      <p:bgPr>
        <a:solidFill>
          <a:schemeClr val="dk1"/>
        </a:solidFill>
      </p:bgPr>
    </p:bg>
    <p:spTree>
      <p:nvGrpSpPr>
        <p:cNvPr id="1" name=""/>
        <p:cNvGrpSpPr/>
        <p:nvPr/>
      </p:nvGrpSpPr>
      <p:grpSpPr>
        <a:xfrm>
          <a:off x="0" y="0"/>
          <a:ext cx="0" cy="0"/>
          <a:chOff x="0" y="0"/>
          <a:chExt cx="0" cy="0"/>
        </a:xfrm>
      </p:grpSpPr>
      <p:pic>
        <p:nvPicPr>
          <p:cNvPr id="532" name="Image 6"/>
          <p:cNvPicPr/>
          <p:nvPr/>
        </p:nvPicPr>
        <p:blipFill>
          <a:blip r:embed="rId2"/>
          <a:srcRect l="0" t="9549" r="0" b="9549"/>
          <a:stretch/>
        </p:blipFill>
        <p:spPr>
          <a:xfrm>
            <a:off x="2668320" y="6262920"/>
            <a:ext cx="9523080" cy="601200"/>
          </a:xfrm>
          <a:prstGeom prst="rect">
            <a:avLst/>
          </a:prstGeom>
          <a:noFill/>
          <a:ln w="0">
            <a:noFill/>
          </a:ln>
        </p:spPr>
      </p:pic>
      <p:sp>
        <p:nvSpPr>
          <p:cNvPr id="533" name="Rectangle 7"/>
          <p:cNvSpPr/>
          <p:nvPr/>
        </p:nvSpPr>
        <p:spPr>
          <a:xfrm>
            <a:off x="0" y="6262920"/>
            <a:ext cx="2667600" cy="59472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34" name="Image 11"/>
          <p:cNvPicPr/>
          <p:nvPr/>
        </p:nvPicPr>
        <p:blipFill>
          <a:blip r:embed="rId3"/>
          <a:stretch/>
        </p:blipFill>
        <p:spPr>
          <a:xfrm>
            <a:off x="756720" y="6449760"/>
            <a:ext cx="908280" cy="238680"/>
          </a:xfrm>
          <a:prstGeom prst="rect">
            <a:avLst/>
          </a:prstGeom>
          <a:noFill/>
          <a:ln w="0">
            <a:noFill/>
          </a:ln>
        </p:spPr>
      </p:pic>
      <p:cxnSp>
        <p:nvCxnSpPr>
          <p:cNvPr id="535" name="Connecteur droit 12"/>
          <p:cNvCxnSpPr/>
          <p:nvPr/>
        </p:nvCxnSpPr>
        <p:spPr>
          <a:xfrm>
            <a:off x="0" y="145440"/>
            <a:ext cx="12192480" cy="720"/>
          </a:xfrm>
          <a:prstGeom prst="straightConnector1">
            <a:avLst/>
          </a:prstGeom>
          <a:ln w="0">
            <a:solidFill>
              <a:srgbClr val="E7E6E6"/>
            </a:solidFill>
          </a:ln>
        </p:spPr>
      </p:cxnSp>
      <p:cxnSp>
        <p:nvCxnSpPr>
          <p:cNvPr id="536" name="Connecteur droit 13"/>
          <p:cNvCxnSpPr/>
          <p:nvPr/>
        </p:nvCxnSpPr>
        <p:spPr>
          <a:xfrm>
            <a:off x="12033360" y="-6480"/>
            <a:ext cx="720" cy="6851520"/>
          </a:xfrm>
          <a:prstGeom prst="straightConnector1">
            <a:avLst/>
          </a:prstGeom>
          <a:ln w="0">
            <a:solidFill>
              <a:srgbClr val="E7E6E6"/>
            </a:solidFill>
          </a:ln>
        </p:spPr>
      </p:cxnSp>
      <p:cxnSp>
        <p:nvCxnSpPr>
          <p:cNvPr id="537" name="Connecteur droit 14"/>
          <p:cNvCxnSpPr/>
          <p:nvPr/>
        </p:nvCxnSpPr>
        <p:spPr>
          <a:xfrm>
            <a:off x="2668320" y="6255720"/>
            <a:ext cx="720" cy="596160"/>
          </a:xfrm>
          <a:prstGeom prst="straightConnector1">
            <a:avLst/>
          </a:prstGeom>
          <a:ln w="0">
            <a:solidFill>
              <a:srgbClr val="E7E6E6"/>
            </a:solidFill>
          </a:ln>
        </p:spPr>
      </p:cxnSp>
      <p:cxnSp>
        <p:nvCxnSpPr>
          <p:cNvPr id="538" name="Connecteur droit 15"/>
          <p:cNvCxnSpPr/>
          <p:nvPr/>
        </p:nvCxnSpPr>
        <p:spPr>
          <a:xfrm>
            <a:off x="0" y="6235560"/>
            <a:ext cx="12192480" cy="720"/>
          </a:xfrm>
          <a:prstGeom prst="straightConnector1">
            <a:avLst/>
          </a:prstGeom>
          <a:ln w="0">
            <a:solidFill>
              <a:srgbClr val="FFFFFF"/>
            </a:solidFill>
          </a:ln>
        </p:spPr>
      </p:cxnSp>
      <p:sp>
        <p:nvSpPr>
          <p:cNvPr id="539" name="ZoneTexte 16"/>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0CEDFC60-FADE-46B4-A6C1-6A34EE331420}" type="slidenum">
              <a:rPr lang="fr-FR" sz="1050" b="0" u="none" strike="noStrike">
                <a:solidFill>
                  <a:schemeClr val="lt1"/>
                </a:solidFill>
                <a:effectLst/>
                <a:uFillTx/>
                <a:latin typeface="Roboto"/>
                <a:ea typeface="Roboto"/>
              </a:rPr>
              <a:t>&lt;number&gt;</a:t>
            </a:fld>
            <a:endParaRPr lang="en-US" sz="1050" b="0" u="none" strike="noStrike">
              <a:solidFill>
                <a:srgbClr val="FFFFFF"/>
              </a:solidFill>
              <a:effectLst/>
              <a:uFillTx/>
              <a:latin typeface="Arial"/>
            </a:endParaRPr>
          </a:p>
        </p:txBody>
      </p:sp>
      <p:pic>
        <p:nvPicPr>
          <p:cNvPr id="540" name="Image 7"/>
          <p:cNvPicPr/>
          <p:nvPr/>
        </p:nvPicPr>
        <p:blipFill>
          <a:blip r:embed="rId4"/>
          <a:srcRect l="0" t="4329" r="0" b="4329"/>
          <a:stretch/>
        </p:blipFill>
        <p:spPr>
          <a:xfrm>
            <a:off x="0" y="-12240"/>
            <a:ext cx="12191400" cy="6263280"/>
          </a:xfrm>
          <a:prstGeom prst="rect">
            <a:avLst/>
          </a:prstGeom>
          <a:noFill/>
          <a:ln w="0">
            <a:noFill/>
          </a:ln>
        </p:spPr>
      </p:pic>
      <p:grpSp>
        <p:nvGrpSpPr>
          <p:cNvPr id="541" name="Groupe 3"/>
          <p:cNvGrpSpPr/>
          <p:nvPr/>
        </p:nvGrpSpPr>
        <p:grpSpPr>
          <a:xfrm>
            <a:off x="0" y="-16200"/>
            <a:ext cx="12191400" cy="6270120"/>
            <a:chOff x="0" y="-16200"/>
            <a:chExt cx="12191400" cy="6270120"/>
          </a:xfrm>
        </p:grpSpPr>
        <p:sp>
          <p:nvSpPr>
            <p:cNvPr id="542"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543"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544"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545" name="PlaceHolder 1"/>
          <p:cNvSpPr>
            <a:spLocks noGrp="1"/>
          </p:cNvSpPr>
          <p:nvPr>
            <p:ph type="ftr" idx="35"/>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cxnSp>
        <p:nvCxnSpPr>
          <p:cNvPr id="546" name="Connecteur droit 15"/>
          <p:cNvCxnSpPr/>
          <p:nvPr/>
        </p:nvCxnSpPr>
        <p:spPr>
          <a:xfrm>
            <a:off x="0" y="145440"/>
            <a:ext cx="12192480" cy="720"/>
          </a:xfrm>
          <a:prstGeom prst="straightConnector1">
            <a:avLst/>
          </a:prstGeom>
          <a:ln w="0">
            <a:solidFill>
              <a:srgbClr val="FFFFFF"/>
            </a:solidFill>
          </a:ln>
        </p:spPr>
      </p:cxnSp>
      <p:cxnSp>
        <p:nvCxnSpPr>
          <p:cNvPr id="547" name="Connecteur droit 16"/>
          <p:cNvCxnSpPr/>
          <p:nvPr/>
        </p:nvCxnSpPr>
        <p:spPr>
          <a:xfrm>
            <a:off x="12033360" y="-6480"/>
            <a:ext cx="720" cy="6851520"/>
          </a:xfrm>
          <a:prstGeom prst="straightConnector1">
            <a:avLst/>
          </a:prstGeom>
          <a:ln w="0">
            <a:solidFill>
              <a:srgbClr val="FFFFFF"/>
            </a:solidFill>
          </a:ln>
        </p:spPr>
      </p:cxnSp>
      <p:cxnSp>
        <p:nvCxnSpPr>
          <p:cNvPr id="548" name="Connecteur droit 4"/>
          <p:cNvCxnSpPr/>
          <p:nvPr/>
        </p:nvCxnSpPr>
        <p:spPr>
          <a:xfrm>
            <a:off x="0" y="6253560"/>
            <a:ext cx="12192480" cy="720"/>
          </a:xfrm>
          <a:prstGeom prst="straightConnector1">
            <a:avLst/>
          </a:prstGeom>
          <a:ln w="0">
            <a:solidFill>
              <a:srgbClr val="FFFFFF"/>
            </a:solidFill>
          </a:ln>
        </p:spPr>
      </p:cxnSp>
      <p:sp>
        <p:nvSpPr>
          <p:cNvPr id="549" name="PlaceHolder 2"/>
          <p:cNvSpPr>
            <a:spLocks noGrp="1"/>
          </p:cNvSpPr>
          <p:nvPr>
            <p:ph type="body" hasCustomPrompt="1"/>
          </p:nvPr>
        </p:nvSpPr>
        <p:spPr>
          <a:xfrm>
            <a:off x="1010520" y="837360"/>
            <a:ext cx="5939280" cy="2343600"/>
          </a:xfrm>
          <a:prstGeom prst="rect">
            <a:avLst/>
          </a:prstGeom>
          <a:noFill/>
          <a:ln w="0">
            <a:noFill/>
          </a:ln>
        </p:spPr>
        <p:txBody>
          <a:bodyPr lIns="90000" tIns="45000" rIns="90000" bIns="4500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01</a:t>
            </a:r>
            <a:endParaRPr lang="fr-FR" sz="15000" b="0" u="none" strike="noStrike">
              <a:solidFill>
                <a:schemeClr val="accent1"/>
              </a:solidFill>
              <a:effectLst/>
              <a:uFillTx/>
              <a:latin typeface="Roboto Light"/>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solidFill>
          <a:srgbClr val="FFFFFF"/>
        </a:solidFill>
      </p:bgPr>
    </p:bg>
    <p:spTree>
      <p:nvGrpSpPr>
        <p:cNvPr id="1" name=""/>
        <p:cNvGrpSpPr/>
        <p:nvPr/>
      </p:nvGrpSpPr>
      <p:grpSpPr>
        <a:xfrm>
          <a:off x="0" y="0"/>
          <a:ext cx="0" cy="0"/>
          <a:chOff x="0" y="0"/>
          <a:chExt cx="0" cy="0"/>
        </a:xfrm>
      </p:grpSpPr>
      <p:pic>
        <p:nvPicPr>
          <p:cNvPr id="550" name="Image 6"/>
          <p:cNvPicPr/>
          <p:nvPr/>
        </p:nvPicPr>
        <p:blipFill>
          <a:blip r:embed="rId2"/>
          <a:srcRect l="0" t="9549" r="0" b="9549"/>
          <a:stretch/>
        </p:blipFill>
        <p:spPr>
          <a:xfrm>
            <a:off x="2668320" y="6262920"/>
            <a:ext cx="9523080" cy="601200"/>
          </a:xfrm>
          <a:prstGeom prst="rect">
            <a:avLst/>
          </a:prstGeom>
          <a:noFill/>
          <a:ln w="0">
            <a:noFill/>
          </a:ln>
        </p:spPr>
      </p:pic>
      <p:sp>
        <p:nvSpPr>
          <p:cNvPr id="551"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52" name="Image 10"/>
          <p:cNvPicPr/>
          <p:nvPr/>
        </p:nvPicPr>
        <p:blipFill>
          <a:blip r:embed="rId3"/>
          <a:stretch/>
        </p:blipFill>
        <p:spPr>
          <a:xfrm>
            <a:off x="756720" y="6449760"/>
            <a:ext cx="908280" cy="238680"/>
          </a:xfrm>
          <a:prstGeom prst="rect">
            <a:avLst/>
          </a:prstGeom>
          <a:noFill/>
          <a:ln w="0">
            <a:noFill/>
          </a:ln>
        </p:spPr>
      </p:pic>
      <p:cxnSp>
        <p:nvCxnSpPr>
          <p:cNvPr id="553" name="Connecteur droit 11"/>
          <p:cNvCxnSpPr/>
          <p:nvPr/>
        </p:nvCxnSpPr>
        <p:spPr>
          <a:xfrm>
            <a:off x="0" y="145440"/>
            <a:ext cx="12192480" cy="720"/>
          </a:xfrm>
          <a:prstGeom prst="straightConnector1">
            <a:avLst/>
          </a:prstGeom>
          <a:ln w="0">
            <a:solidFill>
              <a:srgbClr val="E7E6E6"/>
            </a:solidFill>
          </a:ln>
        </p:spPr>
      </p:cxnSp>
      <p:cxnSp>
        <p:nvCxnSpPr>
          <p:cNvPr id="554" name="Connecteur droit 12"/>
          <p:cNvCxnSpPr/>
          <p:nvPr/>
        </p:nvCxnSpPr>
        <p:spPr>
          <a:xfrm>
            <a:off x="12033360" y="-6480"/>
            <a:ext cx="720" cy="6851520"/>
          </a:xfrm>
          <a:prstGeom prst="straightConnector1">
            <a:avLst/>
          </a:prstGeom>
          <a:ln w="0">
            <a:solidFill>
              <a:srgbClr val="E7E6E6"/>
            </a:solidFill>
          </a:ln>
        </p:spPr>
      </p:cxnSp>
      <p:cxnSp>
        <p:nvCxnSpPr>
          <p:cNvPr id="555" name="Connecteur droit 13"/>
          <p:cNvCxnSpPr/>
          <p:nvPr/>
        </p:nvCxnSpPr>
        <p:spPr>
          <a:xfrm>
            <a:off x="2668320" y="6255720"/>
            <a:ext cx="720" cy="596160"/>
          </a:xfrm>
          <a:prstGeom prst="straightConnector1">
            <a:avLst/>
          </a:prstGeom>
          <a:ln w="0">
            <a:solidFill>
              <a:srgbClr val="E7E6E6"/>
            </a:solidFill>
          </a:ln>
        </p:spPr>
      </p:cxnSp>
      <p:sp>
        <p:nvSpPr>
          <p:cNvPr id="556"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BAE49B7E-396E-4F74-AB1B-B1EAE09DDB32}"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557" name="Connecteur droit 15"/>
          <p:cNvCxnSpPr/>
          <p:nvPr/>
        </p:nvCxnSpPr>
        <p:spPr>
          <a:xfrm>
            <a:off x="0" y="6254640"/>
            <a:ext cx="12192480" cy="720"/>
          </a:xfrm>
          <a:prstGeom prst="straightConnector1">
            <a:avLst/>
          </a:prstGeom>
          <a:ln w="0">
            <a:solidFill>
              <a:srgbClr val="FFFFFF"/>
            </a:solidFill>
          </a:ln>
        </p:spPr>
      </p:cxnSp>
      <p:pic>
        <p:nvPicPr>
          <p:cNvPr id="558" name="Image 8"/>
          <p:cNvPicPr/>
          <p:nvPr/>
        </p:nvPicPr>
        <p:blipFill>
          <a:blip r:embed="rId4">
            <a:alphaModFix amt="50000"/>
          </a:blip>
          <a:srcRect l="0" t="4304" r="0" b="4304"/>
          <a:stretch/>
        </p:blipFill>
        <p:spPr>
          <a:xfrm>
            <a:off x="0" y="-6840"/>
            <a:ext cx="12191400" cy="6266880"/>
          </a:xfrm>
          <a:prstGeom prst="rect">
            <a:avLst/>
          </a:prstGeom>
          <a:noFill/>
          <a:ln w="0">
            <a:noFill/>
          </a:ln>
        </p:spPr>
      </p:pic>
      <p:grpSp>
        <p:nvGrpSpPr>
          <p:cNvPr id="559" name="Groupe 6"/>
          <p:cNvGrpSpPr/>
          <p:nvPr/>
        </p:nvGrpSpPr>
        <p:grpSpPr>
          <a:xfrm>
            <a:off x="0" y="-16200"/>
            <a:ext cx="12191400" cy="6270120"/>
            <a:chOff x="0" y="-16200"/>
            <a:chExt cx="12191400" cy="6270120"/>
          </a:xfrm>
        </p:grpSpPr>
        <p:sp>
          <p:nvSpPr>
            <p:cNvPr id="560" name="Rectangle 7"/>
            <p:cNvSpPr/>
            <p:nvPr/>
          </p:nvSpPr>
          <p:spPr>
            <a:xfrm flipV="1">
              <a:off x="12033360" y="136080"/>
              <a:ext cx="157680" cy="611784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561" name="Rectangle 10"/>
            <p:cNvSpPr/>
            <p:nvPr/>
          </p:nvSpPr>
          <p:spPr>
            <a:xfrm flipV="1">
              <a:off x="0" y="-1620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562" name="ZoneTexte 9"/>
          <p:cNvSpPr/>
          <p:nvPr/>
        </p:nvSpPr>
        <p:spPr>
          <a:xfrm>
            <a:off x="930240" y="-1927080"/>
            <a:ext cx="1449000" cy="9325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50000" b="0" u="none" strike="noStrike">
                <a:solidFill>
                  <a:schemeClr val="accent4">
                    <a:lumMod val="20000"/>
                    <a:lumOff val="80000"/>
                  </a:schemeClr>
                </a:solidFill>
                <a:effectLst/>
                <a:uFillTx/>
                <a:latin typeface="Roboto"/>
                <a:ea typeface="Roboto"/>
              </a:rPr>
              <a:t>‶ </a:t>
            </a:r>
            <a:r>
              <a:rPr lang="fr-FR" sz="60000" b="0" u="none" strike="noStrike">
                <a:solidFill>
                  <a:schemeClr val="accent1"/>
                </a:solidFill>
                <a:effectLst/>
                <a:uFillTx/>
                <a:latin typeface="Roboto"/>
                <a:ea typeface="Roboto"/>
              </a:rPr>
              <a:t>                             </a:t>
            </a:r>
            <a:endParaRPr lang="en-US" sz="60000" b="0" u="none" strike="noStrike">
              <a:solidFill>
                <a:srgbClr val="000000"/>
              </a:solidFill>
              <a:effectLst/>
              <a:uFillTx/>
              <a:latin typeface="Arial"/>
            </a:endParaRPr>
          </a:p>
        </p:txBody>
      </p:sp>
      <p:sp>
        <p:nvSpPr>
          <p:cNvPr id="563" name="PlaceHolder 1"/>
          <p:cNvSpPr>
            <a:spLocks noGrp="1"/>
          </p:cNvSpPr>
          <p:nvPr>
            <p:ph type="title" hasCustomPrompt="1"/>
          </p:nvPr>
        </p:nvSpPr>
        <p:spPr>
          <a:xfrm>
            <a:off x="831960" y="880200"/>
            <a:ext cx="10514880" cy="468576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3200" b="0" i="1" u="none" strike="noStrike">
                <a:solidFill>
                  <a:schemeClr val="dk2"/>
                </a:solidFill>
                <a:effectLst/>
                <a:uFillTx/>
                <a:latin typeface="Roboto Light"/>
                <a:ea typeface="Roboto Light"/>
              </a:defRPr>
            </a:lvl1pPr>
          </a:lstStyle>
          <a:p>
            <a:pPr indent="0" algn="l" defTabSz="914400">
              <a:lnSpc>
                <a:spcPct val="90000"/>
              </a:lnSpc>
              <a:buNone/>
              <a:tabLst>
                <a:tab pos="0" algn="l"/>
              </a:tabLst>
            </a:pPr>
            <a:r>
              <a:rPr lang="fr-FR" sz="3200" b="0" i="1" u="none" strike="noStrike">
                <a:solidFill>
                  <a:schemeClr val="dk2"/>
                </a:solidFill>
                <a:effectLst/>
                <a:uFillTx/>
                <a:latin typeface="Roboto Light"/>
                <a:ea typeface="Roboto Light"/>
              </a:rPr>
              <a:t>« Exergue ou citation sum, odit est aut landeliqui de non consent, off perchit ea coremod laborem ipte comnihiliam etorest ratuis auc videm ponfec occi potides imure, co es et Catisqui se qui concupplica, les es viverfe rterore vivente ne priori publiam. »</a:t>
            </a:r>
            <a:endParaRPr lang="fr-FR" sz="3200" b="0" i="1" u="none" strike="noStrike">
              <a:solidFill>
                <a:schemeClr val="dk2"/>
              </a:solidFill>
              <a:effectLst/>
              <a:uFillTx/>
              <a:latin typeface="Roboto Light"/>
            </a:endParaRPr>
          </a:p>
        </p:txBody>
      </p:sp>
      <p:sp>
        <p:nvSpPr>
          <p:cNvPr id="564" name="PlaceHolder 2"/>
          <p:cNvSpPr>
            <a:spLocks noGrp="1"/>
          </p:cNvSpPr>
          <p:nvPr>
            <p:ph type="ftr" idx="36"/>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565" name="Connecteur droit 4"/>
          <p:cNvCxnSpPr/>
          <p:nvPr/>
        </p:nvCxnSpPr>
        <p:spPr>
          <a:xfrm>
            <a:off x="0" y="6255720"/>
            <a:ext cx="12192480" cy="720"/>
          </a:xfrm>
          <a:prstGeom prst="straightConnector1">
            <a:avLst/>
          </a:prstGeom>
          <a:ln w="0">
            <a:solidFill>
              <a:srgbClr val="FFFFFF"/>
            </a:solidFill>
          </a:ln>
        </p:spPr>
      </p:cxnSp>
      <p:cxnSp>
        <p:nvCxnSpPr>
          <p:cNvPr id="566" name="Connecteur droit 2"/>
          <p:cNvCxnSpPr/>
          <p:nvPr/>
        </p:nvCxnSpPr>
        <p:spPr>
          <a:xfrm>
            <a:off x="0" y="145440"/>
            <a:ext cx="12192480" cy="720"/>
          </a:xfrm>
          <a:prstGeom prst="straightConnector1">
            <a:avLst/>
          </a:prstGeom>
          <a:ln w="0">
            <a:solidFill>
              <a:srgbClr val="E7E6E6"/>
            </a:solidFill>
          </a:ln>
        </p:spPr>
      </p:cxnSp>
      <p:cxnSp>
        <p:nvCxnSpPr>
          <p:cNvPr id="567" name="Connecteur droit 5"/>
          <p:cNvCxnSpPr/>
          <p:nvPr/>
        </p:nvCxnSpPr>
        <p:spPr>
          <a:xfrm>
            <a:off x="12033360" y="-6480"/>
            <a:ext cx="720" cy="6851520"/>
          </a:xfrm>
          <a:prstGeom prst="straightConnector1">
            <a:avLst/>
          </a:prstGeom>
          <a:ln w="0">
            <a:solidFill>
              <a:srgbClr val="E7E6E6"/>
            </a:solidFill>
          </a:ln>
        </p:spPr>
      </p:cxn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bg>
      <p:bgPr>
        <a:solidFill>
          <a:srgbClr val="FFFFFF"/>
        </a:solidFill>
      </p:bgPr>
    </p:bg>
    <p:spTree>
      <p:nvGrpSpPr>
        <p:cNvPr id="1" name=""/>
        <p:cNvGrpSpPr/>
        <p:nvPr/>
      </p:nvGrpSpPr>
      <p:grpSpPr>
        <a:xfrm>
          <a:off x="0" y="0"/>
          <a:ext cx="0" cy="0"/>
          <a:chOff x="0" y="0"/>
          <a:chExt cx="0" cy="0"/>
        </a:xfrm>
      </p:grpSpPr>
      <p:pic>
        <p:nvPicPr>
          <p:cNvPr id="568" name="Image 6"/>
          <p:cNvPicPr/>
          <p:nvPr/>
        </p:nvPicPr>
        <p:blipFill>
          <a:blip r:embed="rId2"/>
          <a:srcRect l="0" t="9549" r="0" b="9549"/>
          <a:stretch/>
        </p:blipFill>
        <p:spPr>
          <a:xfrm>
            <a:off x="2668320" y="6262920"/>
            <a:ext cx="9523080" cy="601200"/>
          </a:xfrm>
          <a:prstGeom prst="rect">
            <a:avLst/>
          </a:prstGeom>
          <a:noFill/>
          <a:ln w="0">
            <a:noFill/>
          </a:ln>
        </p:spPr>
      </p:pic>
      <p:sp>
        <p:nvSpPr>
          <p:cNvPr id="56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70" name="Image 10"/>
          <p:cNvPicPr/>
          <p:nvPr/>
        </p:nvPicPr>
        <p:blipFill>
          <a:blip r:embed="rId3"/>
          <a:stretch/>
        </p:blipFill>
        <p:spPr>
          <a:xfrm>
            <a:off x="756720" y="6449760"/>
            <a:ext cx="908280" cy="238680"/>
          </a:xfrm>
          <a:prstGeom prst="rect">
            <a:avLst/>
          </a:prstGeom>
          <a:noFill/>
          <a:ln w="0">
            <a:noFill/>
          </a:ln>
        </p:spPr>
      </p:pic>
      <p:cxnSp>
        <p:nvCxnSpPr>
          <p:cNvPr id="571" name="Connecteur droit 11"/>
          <p:cNvCxnSpPr/>
          <p:nvPr/>
        </p:nvCxnSpPr>
        <p:spPr>
          <a:xfrm>
            <a:off x="0" y="145440"/>
            <a:ext cx="12192480" cy="720"/>
          </a:xfrm>
          <a:prstGeom prst="straightConnector1">
            <a:avLst/>
          </a:prstGeom>
          <a:ln w="0">
            <a:solidFill>
              <a:srgbClr val="E7E6E6"/>
            </a:solidFill>
          </a:ln>
        </p:spPr>
      </p:cxnSp>
      <p:cxnSp>
        <p:nvCxnSpPr>
          <p:cNvPr id="572" name="Connecteur droit 12"/>
          <p:cNvCxnSpPr/>
          <p:nvPr/>
        </p:nvCxnSpPr>
        <p:spPr>
          <a:xfrm>
            <a:off x="12033360" y="-6480"/>
            <a:ext cx="720" cy="6851520"/>
          </a:xfrm>
          <a:prstGeom prst="straightConnector1">
            <a:avLst/>
          </a:prstGeom>
          <a:ln w="0">
            <a:solidFill>
              <a:srgbClr val="E7E6E6"/>
            </a:solidFill>
          </a:ln>
        </p:spPr>
      </p:cxnSp>
      <p:cxnSp>
        <p:nvCxnSpPr>
          <p:cNvPr id="573" name="Connecteur droit 13"/>
          <p:cNvCxnSpPr/>
          <p:nvPr/>
        </p:nvCxnSpPr>
        <p:spPr>
          <a:xfrm>
            <a:off x="2668320" y="6255720"/>
            <a:ext cx="720" cy="596160"/>
          </a:xfrm>
          <a:prstGeom prst="straightConnector1">
            <a:avLst/>
          </a:prstGeom>
          <a:ln w="0">
            <a:solidFill>
              <a:srgbClr val="E7E6E6"/>
            </a:solidFill>
          </a:ln>
        </p:spPr>
      </p:cxnSp>
      <p:sp>
        <p:nvSpPr>
          <p:cNvPr id="57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BE7CEB8C-61F1-454C-AEEA-812C467722C1}"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575" name="Connecteur droit 15"/>
          <p:cNvCxnSpPr/>
          <p:nvPr/>
        </p:nvCxnSpPr>
        <p:spPr>
          <a:xfrm>
            <a:off x="0" y="6254640"/>
            <a:ext cx="12192480" cy="720"/>
          </a:xfrm>
          <a:prstGeom prst="straightConnector1">
            <a:avLst/>
          </a:prstGeom>
          <a:ln w="0">
            <a:solidFill>
              <a:srgbClr val="FFFFFF"/>
            </a:solidFill>
          </a:ln>
        </p:spPr>
      </p:cxnSp>
      <p:pic>
        <p:nvPicPr>
          <p:cNvPr id="576" name="Image 6"/>
          <p:cNvPicPr/>
          <p:nvPr/>
        </p:nvPicPr>
        <p:blipFill>
          <a:blip r:embed="rId4">
            <a:alphaModFix amt="20000"/>
          </a:blip>
          <a:srcRect l="0" t="4304" r="0" b="4304"/>
          <a:stretch/>
        </p:blipFill>
        <p:spPr>
          <a:xfrm>
            <a:off x="0" y="-6840"/>
            <a:ext cx="12191400" cy="6266880"/>
          </a:xfrm>
          <a:prstGeom prst="rect">
            <a:avLst/>
          </a:prstGeom>
          <a:noFill/>
          <a:ln w="0">
            <a:noFill/>
          </a:ln>
        </p:spPr>
      </p:pic>
      <p:grpSp>
        <p:nvGrpSpPr>
          <p:cNvPr id="577" name="Groupe 7"/>
          <p:cNvGrpSpPr/>
          <p:nvPr/>
        </p:nvGrpSpPr>
        <p:grpSpPr>
          <a:xfrm>
            <a:off x="0" y="-16200"/>
            <a:ext cx="12191400" cy="6270120"/>
            <a:chOff x="0" y="-16200"/>
            <a:chExt cx="12191400" cy="6270120"/>
          </a:xfrm>
        </p:grpSpPr>
        <p:sp>
          <p:nvSpPr>
            <p:cNvPr id="578" name="Rectangle 8"/>
            <p:cNvSpPr/>
            <p:nvPr/>
          </p:nvSpPr>
          <p:spPr>
            <a:xfrm flipV="1">
              <a:off x="12033360" y="136080"/>
              <a:ext cx="157680" cy="611784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579" name="Rectangle 9"/>
            <p:cNvSpPr/>
            <p:nvPr/>
          </p:nvSpPr>
          <p:spPr>
            <a:xfrm flipV="1">
              <a:off x="0" y="-1620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580" name="PlaceHolder 1"/>
          <p:cNvSpPr>
            <a:spLocks noGrp="1"/>
          </p:cNvSpPr>
          <p:nvPr>
            <p:ph type="title" hasCustomPrompt="1"/>
          </p:nvPr>
        </p:nvSpPr>
        <p:spPr>
          <a:xfrm>
            <a:off x="831960" y="2144520"/>
            <a:ext cx="10514880" cy="3428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2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200" b="0" u="none" strike="noStrike">
                <a:solidFill>
                  <a:schemeClr val="dk2"/>
                </a:solidFill>
                <a:effectLst/>
                <a:uFillTx/>
                <a:latin typeface="Roboto Black"/>
                <a:ea typeface="Roboto Black"/>
              </a:rPr>
              <a:t>Exergue ou citation sum, odit est aut landeliqui de non consent, off perchit ea coremod laborem ipte comnihiliam etorest ratuis auc videm ponfec occi potides imure, co es et Catisqui se qui concupplica, les es viverfe rterore vivente ne priori publiam.</a:t>
            </a:r>
            <a:endParaRPr lang="fr-FR" sz="3200" b="0" u="none" strike="noStrike">
              <a:solidFill>
                <a:schemeClr val="dk2"/>
              </a:solidFill>
              <a:effectLst/>
              <a:uFillTx/>
              <a:latin typeface="Roboto Black"/>
            </a:endParaRPr>
          </a:p>
        </p:txBody>
      </p:sp>
      <p:sp>
        <p:nvSpPr>
          <p:cNvPr id="581" name="PlaceHolder 2"/>
          <p:cNvSpPr>
            <a:spLocks noGrp="1"/>
          </p:cNvSpPr>
          <p:nvPr>
            <p:ph type="ftr" idx="3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582" name="Connecteur droit 4"/>
          <p:cNvCxnSpPr/>
          <p:nvPr/>
        </p:nvCxnSpPr>
        <p:spPr>
          <a:xfrm>
            <a:off x="0" y="6255720"/>
            <a:ext cx="12192480" cy="720"/>
          </a:xfrm>
          <a:prstGeom prst="straightConnector1">
            <a:avLst/>
          </a:prstGeom>
          <a:ln w="0">
            <a:solidFill>
              <a:srgbClr val="FFFFFF"/>
            </a:solidFill>
          </a:ln>
        </p:spPr>
      </p:cxnSp>
      <p:sp>
        <p:nvSpPr>
          <p:cNvPr id="583" name="PlaceHolder 3"/>
          <p:cNvSpPr>
            <a:spLocks noGrp="1"/>
          </p:cNvSpPr>
          <p:nvPr>
            <p:ph type="body" hasCustomPrompt="1"/>
          </p:nvPr>
        </p:nvSpPr>
        <p:spPr>
          <a:xfrm>
            <a:off x="831960" y="957240"/>
            <a:ext cx="10514880" cy="979560"/>
          </a:xfrm>
          <a:prstGeom prst="rect">
            <a:avLst/>
          </a:prstGeom>
          <a:noFill/>
          <a:ln w="0">
            <a:noFill/>
          </a:ln>
        </p:spPr>
        <p:txBody>
          <a:bodyPr lIns="91440" tIns="45720" rIns="91440" bIns="45720" anchor="b">
            <a:normAutofit/>
          </a:bodyPr>
          <a:lstStyle>
            <a:lvl1pPr indent="0" algn="l" defTabSz="914400">
              <a:lnSpc>
                <a:spcPct val="90000"/>
              </a:lnSpc>
              <a:spcBef>
                <a:spcPts val="1001"/>
              </a:spcBef>
              <a:buNone/>
              <a:tabLst>
                <a:tab pos="0" algn="l"/>
              </a:tabLst>
              <a:defRPr lang="fr-FR" sz="2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2000" b="0" u="none" strike="noStrike">
                <a:solidFill>
                  <a:schemeClr val="accent1"/>
                </a:solidFill>
                <a:effectLst/>
                <a:uFillTx/>
                <a:latin typeface="Roboto Light"/>
                <a:ea typeface="Roboto Light"/>
              </a:rPr>
              <a:t>Ceci est un sur titre</a:t>
            </a:r>
            <a:endParaRPr lang="fr-FR" sz="2000" b="0" u="none" strike="noStrike">
              <a:solidFill>
                <a:schemeClr val="accent1"/>
              </a:solidFill>
              <a:effectLst/>
              <a:uFillTx/>
              <a:latin typeface="Roboto Light"/>
            </a:endParaRPr>
          </a:p>
        </p:txBody>
      </p:sp>
      <p:cxnSp>
        <p:nvCxnSpPr>
          <p:cNvPr id="584" name="Connecteur droit 2"/>
          <p:cNvCxnSpPr/>
          <p:nvPr/>
        </p:nvCxnSpPr>
        <p:spPr>
          <a:xfrm>
            <a:off x="0" y="145440"/>
            <a:ext cx="12192480" cy="720"/>
          </a:xfrm>
          <a:prstGeom prst="straightConnector1">
            <a:avLst/>
          </a:prstGeom>
          <a:ln w="0">
            <a:solidFill>
              <a:srgbClr val="E7E6E6"/>
            </a:solidFill>
          </a:ln>
        </p:spPr>
      </p:cxnSp>
      <p:cxnSp>
        <p:nvCxnSpPr>
          <p:cNvPr id="585" name="Connecteur droit 5"/>
          <p:cNvCxnSpPr/>
          <p:nvPr/>
        </p:nvCxnSpPr>
        <p:spPr>
          <a:xfrm>
            <a:off x="12033360" y="-6480"/>
            <a:ext cx="720" cy="6851520"/>
          </a:xfrm>
          <a:prstGeom prst="straightConnector1">
            <a:avLst/>
          </a:prstGeom>
          <a:ln w="0">
            <a:solidFill>
              <a:srgbClr val="E7E6E6"/>
            </a:solidFill>
          </a:ln>
        </p:spPr>
      </p:cxn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solidFill>
          <a:srgbClr val="FFFFFF"/>
        </a:solidFill>
      </p:bgPr>
    </p:bg>
    <p:spTree>
      <p:nvGrpSpPr>
        <p:cNvPr id="1" name=""/>
        <p:cNvGrpSpPr/>
        <p:nvPr/>
      </p:nvGrpSpPr>
      <p:grpSpPr>
        <a:xfrm>
          <a:off x="0" y="0"/>
          <a:ext cx="0" cy="0"/>
          <a:chOff x="0" y="0"/>
          <a:chExt cx="0" cy="0"/>
        </a:xfrm>
      </p:grpSpPr>
      <p:pic>
        <p:nvPicPr>
          <p:cNvPr id="652" name="Image 6"/>
          <p:cNvPicPr/>
          <p:nvPr/>
        </p:nvPicPr>
        <p:blipFill>
          <a:blip r:embed="rId2"/>
          <a:srcRect l="0" t="9549" r="0" b="9549"/>
          <a:stretch/>
        </p:blipFill>
        <p:spPr>
          <a:xfrm>
            <a:off x="2668320" y="6262920"/>
            <a:ext cx="9523080" cy="601200"/>
          </a:xfrm>
          <a:prstGeom prst="rect">
            <a:avLst/>
          </a:prstGeom>
          <a:noFill/>
          <a:ln w="0">
            <a:noFill/>
          </a:ln>
        </p:spPr>
      </p:pic>
      <p:sp>
        <p:nvSpPr>
          <p:cNvPr id="65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54" name="Image 10"/>
          <p:cNvPicPr/>
          <p:nvPr/>
        </p:nvPicPr>
        <p:blipFill>
          <a:blip r:embed="rId3"/>
          <a:stretch/>
        </p:blipFill>
        <p:spPr>
          <a:xfrm>
            <a:off x="756720" y="6449760"/>
            <a:ext cx="908280" cy="238680"/>
          </a:xfrm>
          <a:prstGeom prst="rect">
            <a:avLst/>
          </a:prstGeom>
          <a:noFill/>
          <a:ln w="0">
            <a:noFill/>
          </a:ln>
        </p:spPr>
      </p:pic>
      <p:cxnSp>
        <p:nvCxnSpPr>
          <p:cNvPr id="655" name="Connecteur droit 11"/>
          <p:cNvCxnSpPr/>
          <p:nvPr/>
        </p:nvCxnSpPr>
        <p:spPr>
          <a:xfrm>
            <a:off x="0" y="145440"/>
            <a:ext cx="12192480" cy="720"/>
          </a:xfrm>
          <a:prstGeom prst="straightConnector1">
            <a:avLst/>
          </a:prstGeom>
          <a:ln w="0">
            <a:solidFill>
              <a:srgbClr val="E7E6E6"/>
            </a:solidFill>
          </a:ln>
        </p:spPr>
      </p:cxnSp>
      <p:cxnSp>
        <p:nvCxnSpPr>
          <p:cNvPr id="656" name="Connecteur droit 12"/>
          <p:cNvCxnSpPr/>
          <p:nvPr/>
        </p:nvCxnSpPr>
        <p:spPr>
          <a:xfrm>
            <a:off x="12033360" y="-6480"/>
            <a:ext cx="720" cy="6851520"/>
          </a:xfrm>
          <a:prstGeom prst="straightConnector1">
            <a:avLst/>
          </a:prstGeom>
          <a:ln w="0">
            <a:solidFill>
              <a:srgbClr val="E7E6E6"/>
            </a:solidFill>
          </a:ln>
        </p:spPr>
      </p:cxnSp>
      <p:cxnSp>
        <p:nvCxnSpPr>
          <p:cNvPr id="657" name="Connecteur droit 13"/>
          <p:cNvCxnSpPr/>
          <p:nvPr/>
        </p:nvCxnSpPr>
        <p:spPr>
          <a:xfrm>
            <a:off x="2668320" y="6255720"/>
            <a:ext cx="720" cy="596160"/>
          </a:xfrm>
          <a:prstGeom prst="straightConnector1">
            <a:avLst/>
          </a:prstGeom>
          <a:ln w="0">
            <a:solidFill>
              <a:srgbClr val="E7E6E6"/>
            </a:solidFill>
          </a:ln>
        </p:spPr>
      </p:cxnSp>
      <p:sp>
        <p:nvSpPr>
          <p:cNvPr id="65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243C92F9-AECE-4409-ABBE-01FA6AE6F228}"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59" name="Connecteur droit 15"/>
          <p:cNvCxnSpPr/>
          <p:nvPr/>
        </p:nvCxnSpPr>
        <p:spPr>
          <a:xfrm>
            <a:off x="0" y="6254640"/>
            <a:ext cx="12192480" cy="720"/>
          </a:xfrm>
          <a:prstGeom prst="straightConnector1">
            <a:avLst/>
          </a:prstGeom>
          <a:ln w="0">
            <a:solidFill>
              <a:srgbClr val="FFFFFF"/>
            </a:solidFill>
          </a:ln>
        </p:spPr>
      </p:cxnSp>
      <p:sp>
        <p:nvSpPr>
          <p:cNvPr id="660" name="PlaceHolder 1"/>
          <p:cNvSpPr>
            <a:spLocks noGrp="1"/>
          </p:cNvSpPr>
          <p:nvPr>
            <p:ph type="body"/>
          </p:nvPr>
        </p:nvSpPr>
        <p:spPr>
          <a:xfrm>
            <a:off x="0" y="0"/>
            <a:ext cx="12191400" cy="6252480"/>
          </a:xfrm>
          <a:prstGeom prst="rect">
            <a:avLst/>
          </a:prstGeom>
          <a:solidFill>
            <a:schemeClr val="lt1"/>
          </a:solid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661" name="PlaceHolder 2"/>
          <p:cNvSpPr>
            <a:spLocks noGrp="1"/>
          </p:cNvSpPr>
          <p:nvPr>
            <p:ph type="body"/>
          </p:nvPr>
        </p:nvSpPr>
        <p:spPr>
          <a:xfrm>
            <a:off x="838080" y="2144880"/>
            <a:ext cx="10514880" cy="35218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grpSp>
        <p:nvGrpSpPr>
          <p:cNvPr id="662" name="Groupe 6"/>
          <p:cNvGrpSpPr/>
          <p:nvPr/>
        </p:nvGrpSpPr>
        <p:grpSpPr>
          <a:xfrm>
            <a:off x="0" y="8280"/>
            <a:ext cx="12191400" cy="6243480"/>
            <a:chOff x="0" y="8280"/>
            <a:chExt cx="12191400" cy="6243480"/>
          </a:xfrm>
        </p:grpSpPr>
        <p:sp>
          <p:nvSpPr>
            <p:cNvPr id="663" name="Rectangle 7"/>
            <p:cNvSpPr/>
            <p:nvPr/>
          </p:nvSpPr>
          <p:spPr>
            <a:xfrm flipV="1">
              <a:off x="12033360" y="161280"/>
              <a:ext cx="157680" cy="609048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664" name="Rectangle 8"/>
            <p:cNvSpPr/>
            <p:nvPr/>
          </p:nvSpPr>
          <p:spPr>
            <a:xfrm flipV="1">
              <a:off x="0" y="7920"/>
              <a:ext cx="12191400" cy="160560"/>
            </a:xfrm>
            <a:prstGeom prst="rect">
              <a:avLst/>
            </a:prstGeom>
            <a:solidFill>
              <a:schemeClr val="lt1">
                <a:alpha val="7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665" name="PlaceHolder 3"/>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666" name="PlaceHolder 4"/>
          <p:cNvSpPr>
            <a:spLocks noGrp="1"/>
          </p:cNvSpPr>
          <p:nvPr>
            <p:ph type="ftr" idx="46"/>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667" name="Connecteur droit 9"/>
          <p:cNvCxnSpPr/>
          <p:nvPr/>
        </p:nvCxnSpPr>
        <p:spPr>
          <a:xfrm>
            <a:off x="0" y="170640"/>
            <a:ext cx="12192480" cy="720"/>
          </a:xfrm>
          <a:prstGeom prst="straightConnector1">
            <a:avLst/>
          </a:prstGeom>
          <a:ln w="0">
            <a:solidFill>
              <a:srgbClr val="E7E6E6"/>
            </a:solidFill>
          </a:ln>
        </p:spPr>
      </p:cxnSp>
      <p:cxnSp>
        <p:nvCxnSpPr>
          <p:cNvPr id="668" name="Connecteur droit 10"/>
          <p:cNvCxnSpPr/>
          <p:nvPr/>
        </p:nvCxnSpPr>
        <p:spPr>
          <a:xfrm>
            <a:off x="12033360" y="18000"/>
            <a:ext cx="720" cy="6852240"/>
          </a:xfrm>
          <a:prstGeom prst="straightConnector1">
            <a:avLst/>
          </a:prstGeom>
          <a:ln w="0">
            <a:solidFill>
              <a:srgbClr val="E7E6E6"/>
            </a:solidFill>
          </a:ln>
        </p:spPr>
      </p:cxn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bg>
      <p:bgPr>
        <a:solidFill>
          <a:srgbClr val="FFFFFF"/>
        </a:solidFill>
      </p:bgPr>
    </p:bg>
    <p:spTree>
      <p:nvGrpSpPr>
        <p:cNvPr id="1" name=""/>
        <p:cNvGrpSpPr/>
        <p:nvPr/>
      </p:nvGrpSpPr>
      <p:grpSpPr>
        <a:xfrm>
          <a:off x="0" y="0"/>
          <a:ext cx="0" cy="0"/>
          <a:chOff x="0" y="0"/>
          <a:chExt cx="0" cy="0"/>
        </a:xfrm>
      </p:grpSpPr>
      <p:pic>
        <p:nvPicPr>
          <p:cNvPr id="586" name="Image 6"/>
          <p:cNvPicPr/>
          <p:nvPr/>
        </p:nvPicPr>
        <p:blipFill>
          <a:blip r:embed="rId2"/>
          <a:srcRect l="0" t="9549" r="0" b="9549"/>
          <a:stretch/>
        </p:blipFill>
        <p:spPr>
          <a:xfrm>
            <a:off x="2668320" y="6262920"/>
            <a:ext cx="9523080" cy="601200"/>
          </a:xfrm>
          <a:prstGeom prst="rect">
            <a:avLst/>
          </a:prstGeom>
          <a:noFill/>
          <a:ln w="0">
            <a:noFill/>
          </a:ln>
        </p:spPr>
      </p:pic>
      <p:sp>
        <p:nvSpPr>
          <p:cNvPr id="587"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88" name="Image 10"/>
          <p:cNvPicPr/>
          <p:nvPr/>
        </p:nvPicPr>
        <p:blipFill>
          <a:blip r:embed="rId3"/>
          <a:stretch/>
        </p:blipFill>
        <p:spPr>
          <a:xfrm>
            <a:off x="756720" y="6449760"/>
            <a:ext cx="908280" cy="238680"/>
          </a:xfrm>
          <a:prstGeom prst="rect">
            <a:avLst/>
          </a:prstGeom>
          <a:noFill/>
          <a:ln w="0">
            <a:noFill/>
          </a:ln>
        </p:spPr>
      </p:pic>
      <p:cxnSp>
        <p:nvCxnSpPr>
          <p:cNvPr id="589" name="Connecteur droit 11"/>
          <p:cNvCxnSpPr/>
          <p:nvPr/>
        </p:nvCxnSpPr>
        <p:spPr>
          <a:xfrm>
            <a:off x="0" y="145440"/>
            <a:ext cx="12192480" cy="720"/>
          </a:xfrm>
          <a:prstGeom prst="straightConnector1">
            <a:avLst/>
          </a:prstGeom>
          <a:ln w="0">
            <a:solidFill>
              <a:srgbClr val="E7E6E6"/>
            </a:solidFill>
          </a:ln>
        </p:spPr>
      </p:cxnSp>
      <p:cxnSp>
        <p:nvCxnSpPr>
          <p:cNvPr id="590" name="Connecteur droit 12"/>
          <p:cNvCxnSpPr/>
          <p:nvPr/>
        </p:nvCxnSpPr>
        <p:spPr>
          <a:xfrm>
            <a:off x="12033360" y="-6480"/>
            <a:ext cx="720" cy="6851520"/>
          </a:xfrm>
          <a:prstGeom prst="straightConnector1">
            <a:avLst/>
          </a:prstGeom>
          <a:ln w="0">
            <a:solidFill>
              <a:srgbClr val="E7E6E6"/>
            </a:solidFill>
          </a:ln>
        </p:spPr>
      </p:cxnSp>
      <p:cxnSp>
        <p:nvCxnSpPr>
          <p:cNvPr id="591" name="Connecteur droit 13"/>
          <p:cNvCxnSpPr/>
          <p:nvPr/>
        </p:nvCxnSpPr>
        <p:spPr>
          <a:xfrm>
            <a:off x="2668320" y="6255720"/>
            <a:ext cx="720" cy="596160"/>
          </a:xfrm>
          <a:prstGeom prst="straightConnector1">
            <a:avLst/>
          </a:prstGeom>
          <a:ln w="0">
            <a:solidFill>
              <a:srgbClr val="E7E6E6"/>
            </a:solidFill>
          </a:ln>
        </p:spPr>
      </p:cxnSp>
      <p:sp>
        <p:nvSpPr>
          <p:cNvPr id="592"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BC36C16A-D82B-4330-8DF0-F86CF720DC25}"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593" name="Connecteur droit 15"/>
          <p:cNvCxnSpPr/>
          <p:nvPr/>
        </p:nvCxnSpPr>
        <p:spPr>
          <a:xfrm>
            <a:off x="0" y="6254640"/>
            <a:ext cx="12192480" cy="720"/>
          </a:xfrm>
          <a:prstGeom prst="straightConnector1">
            <a:avLst/>
          </a:prstGeom>
          <a:ln w="0">
            <a:solidFill>
              <a:srgbClr val="FFFFFF"/>
            </a:solidFill>
          </a:ln>
        </p:spPr>
      </p:cxnSp>
      <p:sp>
        <p:nvSpPr>
          <p:cNvPr id="594" name="PlaceHolder 1"/>
          <p:cNvSpPr>
            <a:spLocks noGrp="1"/>
          </p:cNvSpPr>
          <p:nvPr>
            <p:ph type="ftr" idx="38"/>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5" name="PlaceHolder 2"/>
          <p:cNvSpPr>
            <a:spLocks noGrp="1"/>
          </p:cNvSpPr>
          <p:nvPr>
            <p:ph type="sldNum" idx="39"/>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57BA3E7C-F716-482C-9707-659819FBABD5}"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596" name="PlaceHolder 3"/>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
    <p:bg>
      <p:bgPr>
        <a:solidFill>
          <a:srgbClr val="FFFFFF"/>
        </a:solidFill>
      </p:bgPr>
    </p:bg>
    <p:spTree>
      <p:nvGrpSpPr>
        <p:cNvPr id="1" name=""/>
        <p:cNvGrpSpPr/>
        <p:nvPr/>
      </p:nvGrpSpPr>
      <p:grpSpPr>
        <a:xfrm>
          <a:off x="0" y="0"/>
          <a:ext cx="0" cy="0"/>
          <a:chOff x="0" y="0"/>
          <a:chExt cx="0" cy="0"/>
        </a:xfrm>
      </p:grpSpPr>
      <p:pic>
        <p:nvPicPr>
          <p:cNvPr id="597" name="Image 6"/>
          <p:cNvPicPr/>
          <p:nvPr/>
        </p:nvPicPr>
        <p:blipFill>
          <a:blip r:embed="rId2"/>
          <a:srcRect l="0" t="9549" r="0" b="9549"/>
          <a:stretch/>
        </p:blipFill>
        <p:spPr>
          <a:xfrm>
            <a:off x="2668320" y="6262920"/>
            <a:ext cx="9523080" cy="601200"/>
          </a:xfrm>
          <a:prstGeom prst="rect">
            <a:avLst/>
          </a:prstGeom>
          <a:noFill/>
          <a:ln w="0">
            <a:noFill/>
          </a:ln>
        </p:spPr>
      </p:pic>
      <p:sp>
        <p:nvSpPr>
          <p:cNvPr id="598"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599" name="Image 10"/>
          <p:cNvPicPr/>
          <p:nvPr/>
        </p:nvPicPr>
        <p:blipFill>
          <a:blip r:embed="rId3"/>
          <a:stretch/>
        </p:blipFill>
        <p:spPr>
          <a:xfrm>
            <a:off x="756720" y="6449760"/>
            <a:ext cx="908280" cy="238680"/>
          </a:xfrm>
          <a:prstGeom prst="rect">
            <a:avLst/>
          </a:prstGeom>
          <a:noFill/>
          <a:ln w="0">
            <a:noFill/>
          </a:ln>
        </p:spPr>
      </p:pic>
      <p:cxnSp>
        <p:nvCxnSpPr>
          <p:cNvPr id="600" name="Connecteur droit 11"/>
          <p:cNvCxnSpPr/>
          <p:nvPr/>
        </p:nvCxnSpPr>
        <p:spPr>
          <a:xfrm>
            <a:off x="0" y="145440"/>
            <a:ext cx="12192480" cy="720"/>
          </a:xfrm>
          <a:prstGeom prst="straightConnector1">
            <a:avLst/>
          </a:prstGeom>
          <a:ln w="0">
            <a:solidFill>
              <a:srgbClr val="E7E6E6"/>
            </a:solidFill>
          </a:ln>
        </p:spPr>
      </p:cxnSp>
      <p:cxnSp>
        <p:nvCxnSpPr>
          <p:cNvPr id="601" name="Connecteur droit 12"/>
          <p:cNvCxnSpPr/>
          <p:nvPr/>
        </p:nvCxnSpPr>
        <p:spPr>
          <a:xfrm>
            <a:off x="12033360" y="-6480"/>
            <a:ext cx="720" cy="6851520"/>
          </a:xfrm>
          <a:prstGeom prst="straightConnector1">
            <a:avLst/>
          </a:prstGeom>
          <a:ln w="0">
            <a:solidFill>
              <a:srgbClr val="E7E6E6"/>
            </a:solidFill>
          </a:ln>
        </p:spPr>
      </p:cxnSp>
      <p:cxnSp>
        <p:nvCxnSpPr>
          <p:cNvPr id="602" name="Connecteur droit 13"/>
          <p:cNvCxnSpPr/>
          <p:nvPr/>
        </p:nvCxnSpPr>
        <p:spPr>
          <a:xfrm>
            <a:off x="2668320" y="6255720"/>
            <a:ext cx="720" cy="596160"/>
          </a:xfrm>
          <a:prstGeom prst="straightConnector1">
            <a:avLst/>
          </a:prstGeom>
          <a:ln w="0">
            <a:solidFill>
              <a:srgbClr val="E7E6E6"/>
            </a:solidFill>
          </a:ln>
        </p:spPr>
      </p:cxnSp>
      <p:sp>
        <p:nvSpPr>
          <p:cNvPr id="603"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2FD323DD-03B3-4659-9FDB-389A6F52290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04" name="Connecteur droit 15"/>
          <p:cNvCxnSpPr/>
          <p:nvPr/>
        </p:nvCxnSpPr>
        <p:spPr>
          <a:xfrm>
            <a:off x="0" y="6254640"/>
            <a:ext cx="12192480" cy="720"/>
          </a:xfrm>
          <a:prstGeom prst="straightConnector1">
            <a:avLst/>
          </a:prstGeom>
          <a:ln w="0">
            <a:solidFill>
              <a:srgbClr val="FFFFFF"/>
            </a:solidFill>
          </a:ln>
        </p:spPr>
      </p:cxnSp>
      <p:sp>
        <p:nvSpPr>
          <p:cNvPr id="605" name="PlaceHolder 1"/>
          <p:cNvSpPr>
            <a:spLocks noGrp="1"/>
          </p:cNvSpPr>
          <p:nvPr>
            <p:ph type="body"/>
          </p:nvPr>
        </p:nvSpPr>
        <p:spPr>
          <a:xfrm>
            <a:off x="838080" y="2142000"/>
            <a:ext cx="5180760" cy="35190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06" name="PlaceHolder 2"/>
          <p:cNvSpPr>
            <a:spLocks noGrp="1"/>
          </p:cNvSpPr>
          <p:nvPr>
            <p:ph type="body"/>
          </p:nvPr>
        </p:nvSpPr>
        <p:spPr>
          <a:xfrm>
            <a:off x="6172200" y="2142000"/>
            <a:ext cx="5180760" cy="35190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07" name="PlaceHolder 3"/>
          <p:cNvSpPr>
            <a:spLocks noGrp="1"/>
          </p:cNvSpPr>
          <p:nvPr>
            <p:ph type="ftr" idx="4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8" name="PlaceHolder 4"/>
          <p:cNvSpPr>
            <a:spLocks noGrp="1"/>
          </p:cNvSpPr>
          <p:nvPr>
            <p:ph type="sldNum" idx="41"/>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B7177588-2793-45C7-8D29-A073F0E5124C}"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609" name="PlaceHolder 5"/>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bg>
      <p:bgPr>
        <a:solidFill>
          <a:srgbClr val="FFFFFF"/>
        </a:solidFill>
      </p:bgPr>
    </p:bg>
    <p:spTree>
      <p:nvGrpSpPr>
        <p:cNvPr id="1" name=""/>
        <p:cNvGrpSpPr/>
        <p:nvPr/>
      </p:nvGrpSpPr>
      <p:grpSpPr>
        <a:xfrm>
          <a:off x="0" y="0"/>
          <a:ext cx="0" cy="0"/>
          <a:chOff x="0" y="0"/>
          <a:chExt cx="0" cy="0"/>
        </a:xfrm>
      </p:grpSpPr>
      <p:pic>
        <p:nvPicPr>
          <p:cNvPr id="610" name="Image 6"/>
          <p:cNvPicPr/>
          <p:nvPr/>
        </p:nvPicPr>
        <p:blipFill>
          <a:blip r:embed="rId2"/>
          <a:srcRect l="0" t="9549" r="0" b="9549"/>
          <a:stretch/>
        </p:blipFill>
        <p:spPr>
          <a:xfrm>
            <a:off x="2668320" y="6262920"/>
            <a:ext cx="9523080" cy="601200"/>
          </a:xfrm>
          <a:prstGeom prst="rect">
            <a:avLst/>
          </a:prstGeom>
          <a:noFill/>
          <a:ln w="0">
            <a:noFill/>
          </a:ln>
        </p:spPr>
      </p:pic>
      <p:sp>
        <p:nvSpPr>
          <p:cNvPr id="611"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12" name="Image 10"/>
          <p:cNvPicPr/>
          <p:nvPr/>
        </p:nvPicPr>
        <p:blipFill>
          <a:blip r:embed="rId3"/>
          <a:stretch/>
        </p:blipFill>
        <p:spPr>
          <a:xfrm>
            <a:off x="756720" y="6449760"/>
            <a:ext cx="908280" cy="238680"/>
          </a:xfrm>
          <a:prstGeom prst="rect">
            <a:avLst/>
          </a:prstGeom>
          <a:noFill/>
          <a:ln w="0">
            <a:noFill/>
          </a:ln>
        </p:spPr>
      </p:pic>
      <p:cxnSp>
        <p:nvCxnSpPr>
          <p:cNvPr id="613" name="Connecteur droit 11"/>
          <p:cNvCxnSpPr/>
          <p:nvPr/>
        </p:nvCxnSpPr>
        <p:spPr>
          <a:xfrm>
            <a:off x="0" y="145440"/>
            <a:ext cx="12192480" cy="720"/>
          </a:xfrm>
          <a:prstGeom prst="straightConnector1">
            <a:avLst/>
          </a:prstGeom>
          <a:ln w="0">
            <a:solidFill>
              <a:srgbClr val="E7E6E6"/>
            </a:solidFill>
          </a:ln>
        </p:spPr>
      </p:cxnSp>
      <p:cxnSp>
        <p:nvCxnSpPr>
          <p:cNvPr id="614" name="Connecteur droit 12"/>
          <p:cNvCxnSpPr/>
          <p:nvPr/>
        </p:nvCxnSpPr>
        <p:spPr>
          <a:xfrm>
            <a:off x="12033360" y="-6480"/>
            <a:ext cx="720" cy="6851520"/>
          </a:xfrm>
          <a:prstGeom prst="straightConnector1">
            <a:avLst/>
          </a:prstGeom>
          <a:ln w="0">
            <a:solidFill>
              <a:srgbClr val="E7E6E6"/>
            </a:solidFill>
          </a:ln>
        </p:spPr>
      </p:cxnSp>
      <p:cxnSp>
        <p:nvCxnSpPr>
          <p:cNvPr id="615" name="Connecteur droit 13"/>
          <p:cNvCxnSpPr/>
          <p:nvPr/>
        </p:nvCxnSpPr>
        <p:spPr>
          <a:xfrm>
            <a:off x="2668320" y="6255720"/>
            <a:ext cx="720" cy="596160"/>
          </a:xfrm>
          <a:prstGeom prst="straightConnector1">
            <a:avLst/>
          </a:prstGeom>
          <a:ln w="0">
            <a:solidFill>
              <a:srgbClr val="E7E6E6"/>
            </a:solidFill>
          </a:ln>
        </p:spPr>
      </p:cxnSp>
      <p:sp>
        <p:nvSpPr>
          <p:cNvPr id="616"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606ACF9-C9B6-4C8A-8EBB-BA6C2FFAB5A6}"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17" name="Connecteur droit 15"/>
          <p:cNvCxnSpPr/>
          <p:nvPr/>
        </p:nvCxnSpPr>
        <p:spPr>
          <a:xfrm>
            <a:off x="0" y="6254640"/>
            <a:ext cx="12192480" cy="720"/>
          </a:xfrm>
          <a:prstGeom prst="straightConnector1">
            <a:avLst/>
          </a:prstGeom>
          <a:ln w="0">
            <a:solidFill>
              <a:srgbClr val="FFFFFF"/>
            </a:solidFill>
          </a:ln>
        </p:spPr>
      </p:cxnSp>
      <p:sp>
        <p:nvSpPr>
          <p:cNvPr id="618" name="PlaceHolder 1"/>
          <p:cNvSpPr>
            <a:spLocks noGrp="1"/>
          </p:cNvSpPr>
          <p:nvPr>
            <p:ph type="ftr" idx="42"/>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itre zoom 05">
    <p:bg>
      <p:bgPr>
        <a:solidFill>
          <a:srgbClr val="FFFFFF"/>
        </a:solidFill>
      </p:bgPr>
    </p:bg>
    <p:spTree>
      <p:nvGrpSpPr>
        <p:cNvPr id="1" name=""/>
        <p:cNvGrpSpPr/>
        <p:nvPr/>
      </p:nvGrpSpPr>
      <p:grpSpPr>
        <a:xfrm>
          <a:off x="0" y="0"/>
          <a:ext cx="0" cy="0"/>
          <a:chOff x="0" y="0"/>
          <a:chExt cx="0" cy="0"/>
        </a:xfrm>
      </p:grpSpPr>
      <p:pic>
        <p:nvPicPr>
          <p:cNvPr id="619" name="Image 6"/>
          <p:cNvPicPr/>
          <p:nvPr/>
        </p:nvPicPr>
        <p:blipFill>
          <a:blip r:embed="rId2"/>
          <a:srcRect l="0" t="9549" r="0" b="9549"/>
          <a:stretch/>
        </p:blipFill>
        <p:spPr>
          <a:xfrm>
            <a:off x="2668320" y="6262920"/>
            <a:ext cx="9523080" cy="601200"/>
          </a:xfrm>
          <a:prstGeom prst="rect">
            <a:avLst/>
          </a:prstGeom>
          <a:noFill/>
          <a:ln w="0">
            <a:noFill/>
          </a:ln>
        </p:spPr>
      </p:pic>
      <p:sp>
        <p:nvSpPr>
          <p:cNvPr id="620"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21" name="Image 10"/>
          <p:cNvPicPr/>
          <p:nvPr/>
        </p:nvPicPr>
        <p:blipFill>
          <a:blip r:embed="rId3"/>
          <a:stretch/>
        </p:blipFill>
        <p:spPr>
          <a:xfrm>
            <a:off x="756720" y="6449760"/>
            <a:ext cx="908280" cy="238680"/>
          </a:xfrm>
          <a:prstGeom prst="rect">
            <a:avLst/>
          </a:prstGeom>
          <a:noFill/>
          <a:ln w="0">
            <a:noFill/>
          </a:ln>
        </p:spPr>
      </p:pic>
      <p:cxnSp>
        <p:nvCxnSpPr>
          <p:cNvPr id="622" name="Connecteur droit 11"/>
          <p:cNvCxnSpPr/>
          <p:nvPr/>
        </p:nvCxnSpPr>
        <p:spPr>
          <a:xfrm>
            <a:off x="0" y="145440"/>
            <a:ext cx="12192480" cy="720"/>
          </a:xfrm>
          <a:prstGeom prst="straightConnector1">
            <a:avLst/>
          </a:prstGeom>
          <a:ln w="0">
            <a:solidFill>
              <a:srgbClr val="E7E6E6"/>
            </a:solidFill>
          </a:ln>
        </p:spPr>
      </p:cxnSp>
      <p:cxnSp>
        <p:nvCxnSpPr>
          <p:cNvPr id="623" name="Connecteur droit 12"/>
          <p:cNvCxnSpPr/>
          <p:nvPr/>
        </p:nvCxnSpPr>
        <p:spPr>
          <a:xfrm>
            <a:off x="12033360" y="-6480"/>
            <a:ext cx="720" cy="6851520"/>
          </a:xfrm>
          <a:prstGeom prst="straightConnector1">
            <a:avLst/>
          </a:prstGeom>
          <a:ln w="0">
            <a:solidFill>
              <a:srgbClr val="E7E6E6"/>
            </a:solidFill>
          </a:ln>
        </p:spPr>
      </p:cxnSp>
      <p:cxnSp>
        <p:nvCxnSpPr>
          <p:cNvPr id="624" name="Connecteur droit 13"/>
          <p:cNvCxnSpPr/>
          <p:nvPr/>
        </p:nvCxnSpPr>
        <p:spPr>
          <a:xfrm>
            <a:off x="2668320" y="6255720"/>
            <a:ext cx="720" cy="596160"/>
          </a:xfrm>
          <a:prstGeom prst="straightConnector1">
            <a:avLst/>
          </a:prstGeom>
          <a:ln w="0">
            <a:solidFill>
              <a:srgbClr val="E7E6E6"/>
            </a:solidFill>
          </a:ln>
        </p:spPr>
      </p:cxnSp>
      <p:sp>
        <p:nvSpPr>
          <p:cNvPr id="625"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97854470-0F41-4D50-B1D3-18A257CBE9A0}"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26" name="Connecteur droit 15"/>
          <p:cNvCxnSpPr/>
          <p:nvPr/>
        </p:nvCxnSpPr>
        <p:spPr>
          <a:xfrm>
            <a:off x="0" y="6254640"/>
            <a:ext cx="12192480" cy="720"/>
          </a:xfrm>
          <a:prstGeom prst="straightConnector1">
            <a:avLst/>
          </a:prstGeom>
          <a:ln w="0">
            <a:solidFill>
              <a:srgbClr val="FFFFFF"/>
            </a:solidFill>
          </a:ln>
        </p:spPr>
      </p:cxnSp>
      <p:pic>
        <p:nvPicPr>
          <p:cNvPr id="627" name="Image 7"/>
          <p:cNvPicPr/>
          <p:nvPr/>
        </p:nvPicPr>
        <p:blipFill>
          <a:blip r:embed="rId4"/>
          <a:srcRect l="0" t="4329" r="0" b="4329"/>
          <a:stretch/>
        </p:blipFill>
        <p:spPr>
          <a:xfrm>
            <a:off x="0" y="-12240"/>
            <a:ext cx="12191400" cy="6263280"/>
          </a:xfrm>
          <a:prstGeom prst="rect">
            <a:avLst/>
          </a:prstGeom>
          <a:noFill/>
          <a:ln w="0">
            <a:noFill/>
          </a:ln>
        </p:spPr>
      </p:pic>
      <p:grpSp>
        <p:nvGrpSpPr>
          <p:cNvPr id="628" name="Groupe 3"/>
          <p:cNvGrpSpPr/>
          <p:nvPr/>
        </p:nvGrpSpPr>
        <p:grpSpPr>
          <a:xfrm>
            <a:off x="0" y="-16200"/>
            <a:ext cx="12191400" cy="6270120"/>
            <a:chOff x="0" y="-16200"/>
            <a:chExt cx="12191400" cy="6270120"/>
          </a:xfrm>
        </p:grpSpPr>
        <p:sp>
          <p:nvSpPr>
            <p:cNvPr id="629" name="Rectangle 2"/>
            <p:cNvSpPr/>
            <p:nvPr/>
          </p:nvSpPr>
          <p:spPr>
            <a:xfrm flipV="1">
              <a:off x="12033360" y="136080"/>
              <a:ext cx="157680" cy="611784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1" u="none" strike="noStrike">
                <a:solidFill>
                  <a:schemeClr val="dk2"/>
                </a:solidFill>
                <a:effectLst/>
                <a:uFillTx/>
                <a:latin typeface="roboto Light"/>
              </a:endParaRPr>
            </a:p>
          </p:txBody>
        </p:sp>
        <p:sp>
          <p:nvSpPr>
            <p:cNvPr id="630" name="Rectangle 1"/>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1" u="none" strike="noStrike">
                <a:solidFill>
                  <a:schemeClr val="dk2"/>
                </a:solidFill>
                <a:effectLst/>
                <a:uFillTx/>
                <a:latin typeface="roboto Light"/>
              </a:endParaRPr>
            </a:p>
          </p:txBody>
        </p:sp>
      </p:grpSp>
      <p:sp>
        <p:nvSpPr>
          <p:cNvPr id="631" name="Rectangle 14"/>
          <p:cNvSpPr/>
          <p:nvPr/>
        </p:nvSpPr>
        <p:spPr>
          <a:xfrm>
            <a:off x="0" y="145440"/>
            <a:ext cx="12032640" cy="6102000"/>
          </a:xfrm>
          <a:prstGeom prst="rect">
            <a:avLst/>
          </a:prstGeom>
          <a:gradFill rotWithShape="0">
            <a:gsLst>
              <a:gs pos="0">
                <a:srgbClr val="020D23">
                  <a:alpha val="80000"/>
                </a:srgbClr>
              </a:gs>
              <a:gs pos="41000">
                <a:srgbClr val="1E2B53">
                  <a:alpha val="50000"/>
                </a:srgbClr>
              </a:gs>
              <a:gs pos="79000">
                <a:srgbClr val="020D23">
                  <a:alpha val="0"/>
                </a:srgbClr>
              </a:gs>
            </a:gsLst>
            <a:lin ang="0"/>
          </a:gra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sp>
        <p:nvSpPr>
          <p:cNvPr id="632" name="PlaceHolder 1"/>
          <p:cNvSpPr>
            <a:spLocks noGrp="1"/>
          </p:cNvSpPr>
          <p:nvPr>
            <p:ph type="ftr" idx="4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633" name="Connecteur droit 15"/>
          <p:cNvCxnSpPr/>
          <p:nvPr/>
        </p:nvCxnSpPr>
        <p:spPr>
          <a:xfrm>
            <a:off x="0" y="145440"/>
            <a:ext cx="12192480" cy="720"/>
          </a:xfrm>
          <a:prstGeom prst="straightConnector1">
            <a:avLst/>
          </a:prstGeom>
          <a:ln w="0">
            <a:solidFill>
              <a:srgbClr val="FFFFFF"/>
            </a:solidFill>
          </a:ln>
        </p:spPr>
      </p:cxnSp>
      <p:cxnSp>
        <p:nvCxnSpPr>
          <p:cNvPr id="634" name="Connecteur droit 16"/>
          <p:cNvCxnSpPr/>
          <p:nvPr/>
        </p:nvCxnSpPr>
        <p:spPr>
          <a:xfrm>
            <a:off x="12033360" y="-6480"/>
            <a:ext cx="720" cy="6851520"/>
          </a:xfrm>
          <a:prstGeom prst="straightConnector1">
            <a:avLst/>
          </a:prstGeom>
          <a:ln w="0">
            <a:solidFill>
              <a:srgbClr val="FFFFFF"/>
            </a:solidFill>
          </a:ln>
        </p:spPr>
      </p:cxnSp>
      <p:cxnSp>
        <p:nvCxnSpPr>
          <p:cNvPr id="635" name="Connecteur droit 4"/>
          <p:cNvCxnSpPr/>
          <p:nvPr/>
        </p:nvCxnSpPr>
        <p:spPr>
          <a:xfrm>
            <a:off x="0" y="6253560"/>
            <a:ext cx="12192480" cy="720"/>
          </a:xfrm>
          <a:prstGeom prst="straightConnector1">
            <a:avLst/>
          </a:prstGeom>
          <a:ln w="0">
            <a:solidFill>
              <a:srgbClr val="FFFFFF"/>
            </a:solidFill>
          </a:ln>
        </p:spPr>
      </p:cxnSp>
      <p:sp>
        <p:nvSpPr>
          <p:cNvPr id="636" name="PlaceHolder 2"/>
          <p:cNvSpPr>
            <a:spLocks noGrp="1"/>
          </p:cNvSpPr>
          <p:nvPr>
            <p:ph type="body" hasCustomPrompt="1"/>
          </p:nvPr>
        </p:nvSpPr>
        <p:spPr>
          <a:xfrm>
            <a:off x="1010520" y="837360"/>
            <a:ext cx="5939280" cy="234360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15000" b="0" u="none" strike="noStrike">
                <a:solidFill>
                  <a:schemeClr val="accent1"/>
                </a:solidFill>
                <a:effectLst/>
                <a:uFillTx/>
                <a:latin typeface="Roboto Light"/>
                <a:ea typeface="Roboto Light"/>
              </a:defRPr>
            </a:lvl1pPr>
          </a:lstStyle>
          <a:p>
            <a:pPr indent="0" algn="l" defTabSz="914400">
              <a:lnSpc>
                <a:spcPct val="90000"/>
              </a:lnSpc>
              <a:spcBef>
                <a:spcPts val="1001"/>
              </a:spcBef>
              <a:buNone/>
              <a:tabLst>
                <a:tab pos="0" algn="l"/>
              </a:tabLst>
            </a:pPr>
            <a:r>
              <a:rPr lang="fr-FR" sz="15000" b="0" u="none" strike="noStrike">
                <a:solidFill>
                  <a:schemeClr val="accent1"/>
                </a:solidFill>
                <a:effectLst/>
                <a:uFillTx/>
                <a:latin typeface="Roboto Light"/>
                <a:ea typeface="Roboto Light"/>
              </a:rPr>
              <a:t>05</a:t>
            </a:r>
            <a:endParaRPr lang="fr-FR" sz="15000" b="0" u="none" strike="noStrike">
              <a:solidFill>
                <a:schemeClr val="accent1"/>
              </a:solidFill>
              <a:effectLst/>
              <a:uFillTx/>
              <a:latin typeface="Roboto Light"/>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bg>
      <p:bgPr>
        <a:solidFill>
          <a:srgbClr val="FFFFFF"/>
        </a:solidFill>
      </p:bgPr>
    </p:bg>
    <p:spTree>
      <p:nvGrpSpPr>
        <p:cNvPr id="1" name=""/>
        <p:cNvGrpSpPr/>
        <p:nvPr/>
      </p:nvGrpSpPr>
      <p:grpSpPr>
        <a:xfrm>
          <a:off x="0" y="0"/>
          <a:ext cx="0" cy="0"/>
          <a:chOff x="0" y="0"/>
          <a:chExt cx="0" cy="0"/>
        </a:xfrm>
      </p:grpSpPr>
      <p:pic>
        <p:nvPicPr>
          <p:cNvPr id="637" name="Image 6"/>
          <p:cNvPicPr/>
          <p:nvPr/>
        </p:nvPicPr>
        <p:blipFill>
          <a:blip r:embed="rId2"/>
          <a:srcRect l="0" t="9549" r="0" b="9549"/>
          <a:stretch/>
        </p:blipFill>
        <p:spPr>
          <a:xfrm>
            <a:off x="2668320" y="6262920"/>
            <a:ext cx="9523080" cy="601200"/>
          </a:xfrm>
          <a:prstGeom prst="rect">
            <a:avLst/>
          </a:prstGeom>
          <a:noFill/>
          <a:ln w="0">
            <a:noFill/>
          </a:ln>
        </p:spPr>
      </p:pic>
      <p:sp>
        <p:nvSpPr>
          <p:cNvPr id="638"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39" name="Image 10"/>
          <p:cNvPicPr/>
          <p:nvPr/>
        </p:nvPicPr>
        <p:blipFill>
          <a:blip r:embed="rId3"/>
          <a:stretch/>
        </p:blipFill>
        <p:spPr>
          <a:xfrm>
            <a:off x="756720" y="6449760"/>
            <a:ext cx="908280" cy="238680"/>
          </a:xfrm>
          <a:prstGeom prst="rect">
            <a:avLst/>
          </a:prstGeom>
          <a:noFill/>
          <a:ln w="0">
            <a:noFill/>
          </a:ln>
        </p:spPr>
      </p:pic>
      <p:cxnSp>
        <p:nvCxnSpPr>
          <p:cNvPr id="640" name="Connecteur droit 11"/>
          <p:cNvCxnSpPr/>
          <p:nvPr/>
        </p:nvCxnSpPr>
        <p:spPr>
          <a:xfrm>
            <a:off x="0" y="145440"/>
            <a:ext cx="12192480" cy="720"/>
          </a:xfrm>
          <a:prstGeom prst="straightConnector1">
            <a:avLst/>
          </a:prstGeom>
          <a:ln w="0">
            <a:solidFill>
              <a:srgbClr val="E7E6E6"/>
            </a:solidFill>
          </a:ln>
        </p:spPr>
      </p:cxnSp>
      <p:cxnSp>
        <p:nvCxnSpPr>
          <p:cNvPr id="641" name="Connecteur droit 12"/>
          <p:cNvCxnSpPr/>
          <p:nvPr/>
        </p:nvCxnSpPr>
        <p:spPr>
          <a:xfrm>
            <a:off x="12033360" y="-6480"/>
            <a:ext cx="720" cy="6851520"/>
          </a:xfrm>
          <a:prstGeom prst="straightConnector1">
            <a:avLst/>
          </a:prstGeom>
          <a:ln w="0">
            <a:solidFill>
              <a:srgbClr val="E7E6E6"/>
            </a:solidFill>
          </a:ln>
        </p:spPr>
      </p:cxnSp>
      <p:cxnSp>
        <p:nvCxnSpPr>
          <p:cNvPr id="642" name="Connecteur droit 13"/>
          <p:cNvCxnSpPr/>
          <p:nvPr/>
        </p:nvCxnSpPr>
        <p:spPr>
          <a:xfrm>
            <a:off x="2668320" y="6255720"/>
            <a:ext cx="720" cy="596160"/>
          </a:xfrm>
          <a:prstGeom prst="straightConnector1">
            <a:avLst/>
          </a:prstGeom>
          <a:ln w="0">
            <a:solidFill>
              <a:srgbClr val="E7E6E6"/>
            </a:solidFill>
          </a:ln>
        </p:spPr>
      </p:cxnSp>
      <p:sp>
        <p:nvSpPr>
          <p:cNvPr id="643"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90721B4-89C3-4E8A-BDDF-2A7C6E9F8586}"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44" name="Connecteur droit 15"/>
          <p:cNvCxnSpPr/>
          <p:nvPr/>
        </p:nvCxnSpPr>
        <p:spPr>
          <a:xfrm>
            <a:off x="0" y="6254640"/>
            <a:ext cx="12192480" cy="720"/>
          </a:xfrm>
          <a:prstGeom prst="straightConnector1">
            <a:avLst/>
          </a:prstGeom>
          <a:ln w="0">
            <a:solidFill>
              <a:srgbClr val="FFFFFF"/>
            </a:solidFill>
          </a:ln>
        </p:spPr>
      </p:cxnSp>
      <p:sp>
        <p:nvSpPr>
          <p:cNvPr id="645" name="PlaceHolder 1"/>
          <p:cNvSpPr>
            <a:spLocks noGrp="1"/>
          </p:cNvSpPr>
          <p:nvPr>
            <p:ph type="body"/>
          </p:nvPr>
        </p:nvSpPr>
        <p:spPr>
          <a:xfrm>
            <a:off x="839880" y="1789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Black"/>
                <a:ea typeface="Roboto Black"/>
              </a:defRPr>
            </a:lvl1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Black"/>
                <a:ea typeface="Roboto Black"/>
              </a:rPr>
              <a:t>Cliquez pour modifier les styles du texte du masque</a:t>
            </a:r>
            <a:endParaRPr lang="fr-FR" sz="2400" b="0" u="none" strike="noStrike">
              <a:solidFill>
                <a:schemeClr val="dk2"/>
              </a:solidFill>
              <a:effectLst/>
              <a:uFillTx/>
              <a:latin typeface="Roboto Light"/>
            </a:endParaRPr>
          </a:p>
        </p:txBody>
      </p:sp>
      <p:sp>
        <p:nvSpPr>
          <p:cNvPr id="646" name="PlaceHolder 2"/>
          <p:cNvSpPr>
            <a:spLocks noGrp="1"/>
          </p:cNvSpPr>
          <p:nvPr>
            <p:ph type="body"/>
          </p:nvPr>
        </p:nvSpPr>
        <p:spPr>
          <a:xfrm>
            <a:off x="839880" y="2693160"/>
            <a:ext cx="5157000" cy="2966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47" name="PlaceHolder 3"/>
          <p:cNvSpPr>
            <a:spLocks noGrp="1"/>
          </p:cNvSpPr>
          <p:nvPr>
            <p:ph type="body"/>
          </p:nvPr>
        </p:nvSpPr>
        <p:spPr>
          <a:xfrm>
            <a:off x="6172200" y="1789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Black"/>
                <a:ea typeface="Roboto Black"/>
              </a:defRPr>
            </a:lvl1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Black"/>
                <a:ea typeface="Roboto Black"/>
              </a:rPr>
              <a:t>Cliquez pour modifier les styles du texte du masque</a:t>
            </a:r>
            <a:endParaRPr lang="fr-FR" sz="2400" b="0" u="none" strike="noStrike">
              <a:solidFill>
                <a:schemeClr val="dk2"/>
              </a:solidFill>
              <a:effectLst/>
              <a:uFillTx/>
              <a:latin typeface="Roboto Light"/>
            </a:endParaRPr>
          </a:p>
        </p:txBody>
      </p:sp>
      <p:sp>
        <p:nvSpPr>
          <p:cNvPr id="648" name="PlaceHolder 4"/>
          <p:cNvSpPr>
            <a:spLocks noGrp="1"/>
          </p:cNvSpPr>
          <p:nvPr>
            <p:ph type="body"/>
          </p:nvPr>
        </p:nvSpPr>
        <p:spPr>
          <a:xfrm>
            <a:off x="6172200" y="2693160"/>
            <a:ext cx="5182560" cy="2966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49" name="PlaceHolder 5"/>
          <p:cNvSpPr>
            <a:spLocks noGrp="1"/>
          </p:cNvSpPr>
          <p:nvPr>
            <p:ph type="ftr" idx="44"/>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50" name="PlaceHolder 6"/>
          <p:cNvSpPr>
            <a:spLocks noGrp="1"/>
          </p:cNvSpPr>
          <p:nvPr>
            <p:ph type="sldNum" idx="45"/>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4AEA23B0-FA7F-4370-BA90-C40FE8939F39}"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651" name="PlaceHolder 7"/>
          <p:cNvSpPr>
            <a:spLocks noGrp="1"/>
          </p:cNvSpPr>
          <p:nvPr>
            <p:ph type="title"/>
          </p:nvPr>
        </p:nvSpPr>
        <p:spPr>
          <a:xfrm>
            <a:off x="838080" y="860040"/>
            <a:ext cx="10514880" cy="67716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solidFill>
          <a:srgbClr val="FFFFFF"/>
        </a:solidFill>
      </p:bgPr>
    </p:bg>
    <p:spTree>
      <p:nvGrpSpPr>
        <p:cNvPr id="1" name=""/>
        <p:cNvGrpSpPr/>
        <p:nvPr/>
      </p:nvGrpSpPr>
      <p:grpSpPr>
        <a:xfrm>
          <a:off x="0" y="0"/>
          <a:ext cx="0" cy="0"/>
          <a:chOff x="0" y="0"/>
          <a:chExt cx="0" cy="0"/>
        </a:xfrm>
      </p:grpSpPr>
      <p:pic>
        <p:nvPicPr>
          <p:cNvPr id="669" name="Image 6"/>
          <p:cNvPicPr/>
          <p:nvPr/>
        </p:nvPicPr>
        <p:blipFill>
          <a:blip r:embed="rId2"/>
          <a:srcRect l="0" t="9549" r="0" b="9549"/>
          <a:stretch/>
        </p:blipFill>
        <p:spPr>
          <a:xfrm>
            <a:off x="2668320" y="6262920"/>
            <a:ext cx="9523080" cy="601200"/>
          </a:xfrm>
          <a:prstGeom prst="rect">
            <a:avLst/>
          </a:prstGeom>
          <a:noFill/>
          <a:ln w="0">
            <a:noFill/>
          </a:ln>
        </p:spPr>
      </p:pic>
      <p:sp>
        <p:nvSpPr>
          <p:cNvPr id="670"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71" name="Image 10"/>
          <p:cNvPicPr/>
          <p:nvPr/>
        </p:nvPicPr>
        <p:blipFill>
          <a:blip r:embed="rId3"/>
          <a:stretch/>
        </p:blipFill>
        <p:spPr>
          <a:xfrm>
            <a:off x="756720" y="6449760"/>
            <a:ext cx="908280" cy="238680"/>
          </a:xfrm>
          <a:prstGeom prst="rect">
            <a:avLst/>
          </a:prstGeom>
          <a:noFill/>
          <a:ln w="0">
            <a:noFill/>
          </a:ln>
        </p:spPr>
      </p:pic>
      <p:cxnSp>
        <p:nvCxnSpPr>
          <p:cNvPr id="672" name="Connecteur droit 11"/>
          <p:cNvCxnSpPr/>
          <p:nvPr/>
        </p:nvCxnSpPr>
        <p:spPr>
          <a:xfrm>
            <a:off x="0" y="145440"/>
            <a:ext cx="12192480" cy="720"/>
          </a:xfrm>
          <a:prstGeom prst="straightConnector1">
            <a:avLst/>
          </a:prstGeom>
          <a:ln w="0">
            <a:solidFill>
              <a:srgbClr val="E7E6E6"/>
            </a:solidFill>
          </a:ln>
        </p:spPr>
      </p:cxnSp>
      <p:cxnSp>
        <p:nvCxnSpPr>
          <p:cNvPr id="673" name="Connecteur droit 12"/>
          <p:cNvCxnSpPr/>
          <p:nvPr/>
        </p:nvCxnSpPr>
        <p:spPr>
          <a:xfrm>
            <a:off x="12033360" y="-6480"/>
            <a:ext cx="720" cy="6851520"/>
          </a:xfrm>
          <a:prstGeom prst="straightConnector1">
            <a:avLst/>
          </a:prstGeom>
          <a:ln w="0">
            <a:solidFill>
              <a:srgbClr val="E7E6E6"/>
            </a:solidFill>
          </a:ln>
        </p:spPr>
      </p:cxnSp>
      <p:cxnSp>
        <p:nvCxnSpPr>
          <p:cNvPr id="674" name="Connecteur droit 13"/>
          <p:cNvCxnSpPr/>
          <p:nvPr/>
        </p:nvCxnSpPr>
        <p:spPr>
          <a:xfrm>
            <a:off x="2668320" y="6255720"/>
            <a:ext cx="720" cy="596160"/>
          </a:xfrm>
          <a:prstGeom prst="straightConnector1">
            <a:avLst/>
          </a:prstGeom>
          <a:ln w="0">
            <a:solidFill>
              <a:srgbClr val="E7E6E6"/>
            </a:solidFill>
          </a:ln>
        </p:spPr>
      </p:cxnSp>
      <p:sp>
        <p:nvSpPr>
          <p:cNvPr id="675"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6D0E790-37DC-42DD-B561-90251A67EAB8}"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76" name="Connecteur droit 15"/>
          <p:cNvCxnSpPr/>
          <p:nvPr/>
        </p:nvCxnSpPr>
        <p:spPr>
          <a:xfrm>
            <a:off x="0" y="6254640"/>
            <a:ext cx="12192480" cy="720"/>
          </a:xfrm>
          <a:prstGeom prst="straightConnector1">
            <a:avLst/>
          </a:prstGeom>
          <a:ln w="0">
            <a:solidFill>
              <a:srgbClr val="FFFFFF"/>
            </a:solidFill>
          </a:ln>
        </p:spPr>
      </p:cxnSp>
      <p:sp>
        <p:nvSpPr>
          <p:cNvPr id="677" name="PlaceHolder 1"/>
          <p:cNvSpPr>
            <a:spLocks noGrp="1"/>
          </p:cNvSpPr>
          <p:nvPr>
            <p:ph type="body"/>
          </p:nvPr>
        </p:nvSpPr>
        <p:spPr>
          <a:xfrm>
            <a:off x="6095880" y="-6480"/>
            <a:ext cx="6095160" cy="6261480"/>
          </a:xfrm>
          <a:prstGeom prst="rect">
            <a:avLst/>
          </a:prstGeom>
          <a:solidFill>
            <a:schemeClr val="lt1">
              <a:lumMod val="95000"/>
            </a:schemeClr>
          </a:solid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678" name="PlaceHolder 2"/>
          <p:cNvSpPr>
            <a:spLocks noGrp="1"/>
          </p:cNvSpPr>
          <p:nvPr>
            <p:ph type="title"/>
          </p:nvPr>
        </p:nvSpPr>
        <p:spPr>
          <a:xfrm>
            <a:off x="838080" y="860040"/>
            <a:ext cx="454572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679" name="PlaceHolder 3"/>
          <p:cNvSpPr>
            <a:spLocks noGrp="1"/>
          </p:cNvSpPr>
          <p:nvPr>
            <p:ph type="body"/>
          </p:nvPr>
        </p:nvSpPr>
        <p:spPr>
          <a:xfrm>
            <a:off x="838080" y="2144880"/>
            <a:ext cx="4545720" cy="35218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80" name="PlaceHolder 4"/>
          <p:cNvSpPr>
            <a:spLocks noGrp="1"/>
          </p:cNvSpPr>
          <p:nvPr>
            <p:ph type="ftr" idx="4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681" name="Connecteur droit 9"/>
          <p:cNvCxnSpPr/>
          <p:nvPr/>
        </p:nvCxnSpPr>
        <p:spPr>
          <a:xfrm>
            <a:off x="0" y="6255720"/>
            <a:ext cx="12192480" cy="720"/>
          </a:xfrm>
          <a:prstGeom prst="straightConnector1">
            <a:avLst/>
          </a:prstGeom>
          <a:ln w="0">
            <a:solidFill>
              <a:srgbClr val="FFFFFF"/>
            </a:solidFill>
          </a:ln>
        </p:spPr>
      </p:cxnSp>
      <p:cxnSp>
        <p:nvCxnSpPr>
          <p:cNvPr id="682" name="Connecteur droit 5"/>
          <p:cNvCxnSpPr/>
          <p:nvPr/>
        </p:nvCxnSpPr>
        <p:spPr>
          <a:xfrm>
            <a:off x="6095880" y="145440"/>
            <a:ext cx="6096600" cy="720"/>
          </a:xfrm>
          <a:prstGeom prst="straightConnector1">
            <a:avLst/>
          </a:prstGeom>
          <a:ln w="0">
            <a:solidFill>
              <a:srgbClr val="E7E6E6"/>
            </a:solidFill>
          </a:ln>
        </p:spPr>
      </p:cxnSp>
      <p:cxnSp>
        <p:nvCxnSpPr>
          <p:cNvPr id="683" name="Connecteur droit 6"/>
          <p:cNvCxnSpPr/>
          <p:nvPr/>
        </p:nvCxnSpPr>
        <p:spPr>
          <a:xfrm>
            <a:off x="12033360" y="-6480"/>
            <a:ext cx="720" cy="6851520"/>
          </a:xfrm>
          <a:prstGeom prst="straightConnector1">
            <a:avLst/>
          </a:prstGeom>
          <a:ln w="0">
            <a:solidFill>
              <a:srgbClr val="E7E6E6"/>
            </a:solidFill>
          </a:ln>
        </p:spPr>
      </p:cxn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solidFill>
          <a:srgbClr val="FFFFFF"/>
        </a:solidFill>
      </p:bgPr>
    </p:bg>
    <p:spTree>
      <p:nvGrpSpPr>
        <p:cNvPr id="1" name=""/>
        <p:cNvGrpSpPr/>
        <p:nvPr/>
      </p:nvGrpSpPr>
      <p:grpSpPr>
        <a:xfrm>
          <a:off x="0" y="0"/>
          <a:ext cx="0" cy="0"/>
          <a:chOff x="0" y="0"/>
          <a:chExt cx="0" cy="0"/>
        </a:xfrm>
      </p:grpSpPr>
      <p:pic>
        <p:nvPicPr>
          <p:cNvPr id="684" name="Image 6"/>
          <p:cNvPicPr/>
          <p:nvPr/>
        </p:nvPicPr>
        <p:blipFill>
          <a:blip r:embed="rId2"/>
          <a:srcRect l="0" t="9549" r="0" b="9549"/>
          <a:stretch/>
        </p:blipFill>
        <p:spPr>
          <a:xfrm>
            <a:off x="2668320" y="6262920"/>
            <a:ext cx="9523080" cy="601200"/>
          </a:xfrm>
          <a:prstGeom prst="rect">
            <a:avLst/>
          </a:prstGeom>
          <a:noFill/>
          <a:ln w="0">
            <a:noFill/>
          </a:ln>
        </p:spPr>
      </p:pic>
      <p:sp>
        <p:nvSpPr>
          <p:cNvPr id="685"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86" name="Image 10"/>
          <p:cNvPicPr/>
          <p:nvPr/>
        </p:nvPicPr>
        <p:blipFill>
          <a:blip r:embed="rId3"/>
          <a:stretch/>
        </p:blipFill>
        <p:spPr>
          <a:xfrm>
            <a:off x="756720" y="6449760"/>
            <a:ext cx="908280" cy="238680"/>
          </a:xfrm>
          <a:prstGeom prst="rect">
            <a:avLst/>
          </a:prstGeom>
          <a:noFill/>
          <a:ln w="0">
            <a:noFill/>
          </a:ln>
        </p:spPr>
      </p:pic>
      <p:cxnSp>
        <p:nvCxnSpPr>
          <p:cNvPr id="687" name="Connecteur droit 11"/>
          <p:cNvCxnSpPr/>
          <p:nvPr/>
        </p:nvCxnSpPr>
        <p:spPr>
          <a:xfrm>
            <a:off x="0" y="145440"/>
            <a:ext cx="12192480" cy="720"/>
          </a:xfrm>
          <a:prstGeom prst="straightConnector1">
            <a:avLst/>
          </a:prstGeom>
          <a:ln w="0">
            <a:solidFill>
              <a:srgbClr val="E7E6E6"/>
            </a:solidFill>
          </a:ln>
        </p:spPr>
      </p:cxnSp>
      <p:cxnSp>
        <p:nvCxnSpPr>
          <p:cNvPr id="688" name="Connecteur droit 12"/>
          <p:cNvCxnSpPr/>
          <p:nvPr/>
        </p:nvCxnSpPr>
        <p:spPr>
          <a:xfrm>
            <a:off x="12033360" y="-6480"/>
            <a:ext cx="720" cy="6851520"/>
          </a:xfrm>
          <a:prstGeom prst="straightConnector1">
            <a:avLst/>
          </a:prstGeom>
          <a:ln w="0">
            <a:solidFill>
              <a:srgbClr val="E7E6E6"/>
            </a:solidFill>
          </a:ln>
        </p:spPr>
      </p:cxnSp>
      <p:cxnSp>
        <p:nvCxnSpPr>
          <p:cNvPr id="689" name="Connecteur droit 13"/>
          <p:cNvCxnSpPr/>
          <p:nvPr/>
        </p:nvCxnSpPr>
        <p:spPr>
          <a:xfrm>
            <a:off x="2668320" y="6255720"/>
            <a:ext cx="720" cy="596160"/>
          </a:xfrm>
          <a:prstGeom prst="straightConnector1">
            <a:avLst/>
          </a:prstGeom>
          <a:ln w="0">
            <a:solidFill>
              <a:srgbClr val="E7E6E6"/>
            </a:solidFill>
          </a:ln>
        </p:spPr>
      </p:cxnSp>
      <p:sp>
        <p:nvSpPr>
          <p:cNvPr id="690"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8E182FEB-4ED8-421C-A404-35743EB84AF4}"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691" name="Connecteur droit 15"/>
          <p:cNvCxnSpPr/>
          <p:nvPr/>
        </p:nvCxnSpPr>
        <p:spPr>
          <a:xfrm>
            <a:off x="0" y="6254640"/>
            <a:ext cx="12192480" cy="720"/>
          </a:xfrm>
          <a:prstGeom prst="straightConnector1">
            <a:avLst/>
          </a:prstGeom>
          <a:ln w="0">
            <a:solidFill>
              <a:srgbClr val="FFFFFF"/>
            </a:solidFill>
          </a:ln>
        </p:spPr>
      </p:cxnSp>
      <p:sp>
        <p:nvSpPr>
          <p:cNvPr id="692" name="PlaceHolder 1"/>
          <p:cNvSpPr>
            <a:spLocks noGrp="1"/>
          </p:cNvSpPr>
          <p:nvPr>
            <p:ph type="body"/>
          </p:nvPr>
        </p:nvSpPr>
        <p:spPr>
          <a:xfrm>
            <a:off x="4505400" y="859320"/>
            <a:ext cx="6928920" cy="47718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693" name="PlaceHolder 2"/>
          <p:cNvSpPr>
            <a:spLocks noGrp="1"/>
          </p:cNvSpPr>
          <p:nvPr>
            <p:ph type="ftr" idx="48"/>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94" name="PlaceHolder 3"/>
          <p:cNvSpPr>
            <a:spLocks noGrp="1"/>
          </p:cNvSpPr>
          <p:nvPr>
            <p:ph type="sldNum" idx="49"/>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15D06648-F279-48D8-945D-0108DC85FCEE}"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695" name="PlaceHolder 4"/>
          <p:cNvSpPr>
            <a:spLocks noGrp="1"/>
          </p:cNvSpPr>
          <p:nvPr>
            <p:ph type="body"/>
          </p:nvPr>
        </p:nvSpPr>
        <p:spPr>
          <a:xfrm>
            <a:off x="839880" y="2202840"/>
            <a:ext cx="2933640" cy="343188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696" name="PlaceHolder 5"/>
          <p:cNvSpPr>
            <a:spLocks noGrp="1"/>
          </p:cNvSpPr>
          <p:nvPr>
            <p:ph type="title" hasCustomPrompt="1"/>
          </p:nvPr>
        </p:nvSpPr>
        <p:spPr>
          <a:xfrm>
            <a:off x="838080" y="860040"/>
            <a:ext cx="293364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titre</a:t>
            </a:r>
            <a:endParaRPr lang="fr-FR" sz="3600" b="0" u="none" strike="noStrike">
              <a:solidFill>
                <a:schemeClr val="dk2"/>
              </a:solidFill>
              <a:effectLst/>
              <a:uFillTx/>
              <a:latin typeface="Roboto Black"/>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rgbClr val="FFFFFF"/>
        </a:solidFill>
      </p:bgPr>
    </p:bg>
    <p:spTree>
      <p:nvGrpSpPr>
        <p:cNvPr id="1" name=""/>
        <p:cNvGrpSpPr/>
        <p:nvPr/>
      </p:nvGrpSpPr>
      <p:grpSpPr>
        <a:xfrm>
          <a:off x="0" y="0"/>
          <a:ext cx="0" cy="0"/>
          <a:chOff x="0" y="0"/>
          <a:chExt cx="0" cy="0"/>
        </a:xfrm>
      </p:grpSpPr>
      <p:pic>
        <p:nvPicPr>
          <p:cNvPr id="697" name="Image 6"/>
          <p:cNvPicPr/>
          <p:nvPr/>
        </p:nvPicPr>
        <p:blipFill>
          <a:blip r:embed="rId2"/>
          <a:srcRect l="0" t="9549" r="0" b="9549"/>
          <a:stretch/>
        </p:blipFill>
        <p:spPr>
          <a:xfrm>
            <a:off x="2668320" y="6262920"/>
            <a:ext cx="9523080" cy="601200"/>
          </a:xfrm>
          <a:prstGeom prst="rect">
            <a:avLst/>
          </a:prstGeom>
          <a:noFill/>
          <a:ln w="0">
            <a:noFill/>
          </a:ln>
        </p:spPr>
      </p:pic>
      <p:sp>
        <p:nvSpPr>
          <p:cNvPr id="698"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699" name="Image 10"/>
          <p:cNvPicPr/>
          <p:nvPr/>
        </p:nvPicPr>
        <p:blipFill>
          <a:blip r:embed="rId3"/>
          <a:stretch/>
        </p:blipFill>
        <p:spPr>
          <a:xfrm>
            <a:off x="756720" y="6449760"/>
            <a:ext cx="908280" cy="238680"/>
          </a:xfrm>
          <a:prstGeom prst="rect">
            <a:avLst/>
          </a:prstGeom>
          <a:noFill/>
          <a:ln w="0">
            <a:noFill/>
          </a:ln>
        </p:spPr>
      </p:pic>
      <p:cxnSp>
        <p:nvCxnSpPr>
          <p:cNvPr id="700" name="Connecteur droit 11"/>
          <p:cNvCxnSpPr/>
          <p:nvPr/>
        </p:nvCxnSpPr>
        <p:spPr>
          <a:xfrm>
            <a:off x="0" y="145440"/>
            <a:ext cx="12192480" cy="720"/>
          </a:xfrm>
          <a:prstGeom prst="straightConnector1">
            <a:avLst/>
          </a:prstGeom>
          <a:ln w="0">
            <a:solidFill>
              <a:srgbClr val="E7E6E6"/>
            </a:solidFill>
          </a:ln>
        </p:spPr>
      </p:cxnSp>
      <p:cxnSp>
        <p:nvCxnSpPr>
          <p:cNvPr id="701" name="Connecteur droit 12"/>
          <p:cNvCxnSpPr/>
          <p:nvPr/>
        </p:nvCxnSpPr>
        <p:spPr>
          <a:xfrm>
            <a:off x="12033360" y="-6480"/>
            <a:ext cx="720" cy="6851520"/>
          </a:xfrm>
          <a:prstGeom prst="straightConnector1">
            <a:avLst/>
          </a:prstGeom>
          <a:ln w="0">
            <a:solidFill>
              <a:srgbClr val="E7E6E6"/>
            </a:solidFill>
          </a:ln>
        </p:spPr>
      </p:cxnSp>
      <p:cxnSp>
        <p:nvCxnSpPr>
          <p:cNvPr id="702" name="Connecteur droit 13"/>
          <p:cNvCxnSpPr/>
          <p:nvPr/>
        </p:nvCxnSpPr>
        <p:spPr>
          <a:xfrm>
            <a:off x="2668320" y="6255720"/>
            <a:ext cx="720" cy="596160"/>
          </a:xfrm>
          <a:prstGeom prst="straightConnector1">
            <a:avLst/>
          </a:prstGeom>
          <a:ln w="0">
            <a:solidFill>
              <a:srgbClr val="E7E6E6"/>
            </a:solidFill>
          </a:ln>
        </p:spPr>
      </p:cxnSp>
      <p:sp>
        <p:nvSpPr>
          <p:cNvPr id="703"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5F3E11BD-0ACC-4BB4-B5A0-68896462A5A9}"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04" name="Connecteur droit 15"/>
          <p:cNvCxnSpPr/>
          <p:nvPr/>
        </p:nvCxnSpPr>
        <p:spPr>
          <a:xfrm>
            <a:off x="0" y="6254640"/>
            <a:ext cx="12192480" cy="720"/>
          </a:xfrm>
          <a:prstGeom prst="straightConnector1">
            <a:avLst/>
          </a:prstGeom>
          <a:ln w="0">
            <a:solidFill>
              <a:srgbClr val="FFFFFF"/>
            </a:solidFill>
          </a:ln>
        </p:spPr>
      </p:cxnSp>
      <p:sp>
        <p:nvSpPr>
          <p:cNvPr id="705"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706" name="PlaceHolder 2"/>
          <p:cNvSpPr>
            <a:spLocks noGrp="1"/>
          </p:cNvSpPr>
          <p:nvPr>
            <p:ph type="body"/>
          </p:nvPr>
        </p:nvSpPr>
        <p:spPr>
          <a:xfrm>
            <a:off x="838080" y="2144880"/>
            <a:ext cx="10514880" cy="35218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2"/>
                </a:solidFill>
                <a:effectLst/>
                <a:uFillTx/>
                <a:latin typeface="Roboto Light"/>
                <a:ea typeface="Roboto Light"/>
              </a:defRPr>
            </a:lvl1pPr>
            <a:lvl2pPr lvl="1" algn="l" defTabSz="914400">
              <a:lnSpc>
                <a:spcPct val="90000"/>
              </a:lnSpc>
              <a:spcBef>
                <a:spcPts val="499"/>
              </a:spcBef>
              <a:buClr>
                <a:srgbClr val="1E2B53"/>
              </a:buClr>
              <a:buFont typeface="Arial"/>
              <a:buChar char="•"/>
              <a:tabLst>
                <a:tab pos="0" algn="l"/>
              </a:tabLst>
              <a:defRPr lang="fr-FR" sz="2000" b="0" u="none" strike="noStrike">
                <a:solidFill>
                  <a:schemeClr val="dk2"/>
                </a:solidFill>
                <a:effectLst/>
                <a:uFillTx/>
                <a:latin typeface="Roboto Light"/>
                <a:ea typeface="Roboto Light"/>
              </a:defRPr>
            </a:lvl2pPr>
            <a:lvl3pPr lvl="2" algn="l" defTabSz="914400">
              <a:lnSpc>
                <a:spcPct val="90000"/>
              </a:lnSpc>
              <a:spcBef>
                <a:spcPts val="499"/>
              </a:spcBef>
              <a:buClr>
                <a:srgbClr val="1E2B53"/>
              </a:buClr>
              <a:buFont typeface="Arial"/>
              <a:buChar char="•"/>
              <a:tabLst>
                <a:tab pos="0" algn="l"/>
              </a:tabLst>
              <a:defRPr lang="fr-FR" sz="1800" b="0" u="none" strike="noStrike">
                <a:solidFill>
                  <a:schemeClr val="dk2"/>
                </a:solidFill>
                <a:effectLst/>
                <a:uFillTx/>
                <a:latin typeface="Roboto Light"/>
                <a:ea typeface="Roboto Light"/>
              </a:defRPr>
            </a:lvl3pPr>
            <a:lvl4pPr lvl="3" algn="l" defTabSz="914400">
              <a:lnSpc>
                <a:spcPct val="90000"/>
              </a:lnSpc>
              <a:spcBef>
                <a:spcPts val="499"/>
              </a:spcBef>
              <a:buClr>
                <a:srgbClr val="1E2B53"/>
              </a:buClr>
              <a:buFont typeface="Arial"/>
              <a:buChar char="•"/>
              <a:tabLst>
                <a:tab pos="0" algn="l"/>
              </a:tabLst>
              <a:defRPr lang="fr-FR" sz="1600" b="0" u="none" strike="noStrike">
                <a:solidFill>
                  <a:schemeClr val="dk2"/>
                </a:solidFill>
                <a:effectLst/>
                <a:uFillTx/>
                <a:latin typeface="Roboto Light"/>
                <a:ea typeface="Roboto Light"/>
              </a:defRPr>
            </a:lvl4pPr>
            <a:lvl5pPr marL="1828800" indent="0" algn="l" defTabSz="914400">
              <a:lnSpc>
                <a:spcPct val="90000"/>
              </a:lnSpc>
              <a:spcBef>
                <a:spcPts val="499"/>
              </a:spcBef>
              <a:buNone/>
              <a:tabLst>
                <a:tab pos="0" algn="l"/>
              </a:tabLst>
              <a:defRPr lang="fr-FR" sz="1200" b="0" u="none" strike="noStrike">
                <a:solidFill>
                  <a:schemeClr val="dk2"/>
                </a:solidFill>
                <a:effectLst/>
                <a:uFillTx/>
                <a:latin typeface="Roboto Light"/>
                <a:ea typeface="Roboto Light"/>
              </a:defRPr>
            </a:lvl5pPr>
          </a:lstStyle>
          <a:p>
            <a:pPr indent="0" algn="l" defTabSz="914400">
              <a:lnSpc>
                <a:spcPct val="90000"/>
              </a:lnSpc>
              <a:spcBef>
                <a:spcPts val="1001"/>
              </a:spcBef>
              <a:buNone/>
              <a:tabLst>
                <a:tab pos="0" algn="l"/>
              </a:tabLst>
            </a:pPr>
            <a:r>
              <a:rPr lang="fr-FR" sz="2400" b="0" u="none" strike="noStrike">
                <a:solidFill>
                  <a:schemeClr val="dk2"/>
                </a:solidFill>
                <a:effectLst/>
                <a:uFillTx/>
                <a:latin typeface="Roboto Light"/>
                <a:ea typeface="Roboto Light"/>
              </a:rPr>
              <a:t>Cliquez pour modifier les styles du texte du masque</a:t>
            </a:r>
            <a:endParaRPr lang="fr-FR" sz="2400" b="0" u="none" strike="noStrike">
              <a:solidFill>
                <a:schemeClr val="dk2"/>
              </a:solidFill>
              <a:effectLst/>
              <a:uFillTx/>
              <a:latin typeface="Roboto Light"/>
            </a:endParaRPr>
          </a:p>
          <a:p>
            <a:pPr marL="685800" lvl="1" indent="-228600" algn="l" defTabSz="914400">
              <a:lnSpc>
                <a:spcPct val="90000"/>
              </a:lnSpc>
              <a:spcBef>
                <a:spcPts val="499"/>
              </a:spcBef>
              <a:buClr>
                <a:srgbClr val="1E2B53"/>
              </a:buClr>
              <a:buFont typeface="Arial"/>
              <a:buChar char="•"/>
              <a:tabLst>
                <a:tab pos="0" algn="l"/>
              </a:tabLst>
            </a:pPr>
            <a:r>
              <a:rPr lang="fr-FR" sz="2000" b="0" u="none" strike="noStrike">
                <a:solidFill>
                  <a:schemeClr val="dk2"/>
                </a:solidFill>
                <a:effectLst/>
                <a:uFillTx/>
                <a:latin typeface="Roboto Light"/>
                <a:ea typeface="Roboto Light"/>
              </a:rPr>
              <a:t>Deuxième niveau</a:t>
            </a:r>
            <a:endParaRPr lang="fr-FR" sz="2000" b="0" u="none" strike="noStrike">
              <a:solidFill>
                <a:schemeClr val="dk2"/>
              </a:solidFill>
              <a:effectLst/>
              <a:uFillTx/>
              <a:latin typeface="Roboto Light"/>
            </a:endParaRPr>
          </a:p>
          <a:p>
            <a:pPr marL="1143000" lvl="2" indent="-228600" algn="l" defTabSz="914400">
              <a:lnSpc>
                <a:spcPct val="90000"/>
              </a:lnSpc>
              <a:spcBef>
                <a:spcPts val="499"/>
              </a:spcBef>
              <a:buClr>
                <a:srgbClr val="1E2B53"/>
              </a:buClr>
              <a:buFont typeface="Arial"/>
              <a:buChar char="•"/>
              <a:tabLst>
                <a:tab pos="0" algn="l"/>
              </a:tabLst>
            </a:pPr>
            <a:r>
              <a:rPr lang="fr-FR" sz="1800" b="0" u="none" strike="noStrike">
                <a:solidFill>
                  <a:schemeClr val="dk2"/>
                </a:solidFill>
                <a:effectLst/>
                <a:uFillTx/>
                <a:latin typeface="Roboto Light"/>
                <a:ea typeface="Roboto Light"/>
              </a:rPr>
              <a:t>Troisième niveau</a:t>
            </a:r>
            <a:endParaRPr lang="fr-FR" sz="1800" b="0" u="none" strike="noStrike">
              <a:solidFill>
                <a:schemeClr val="dk2"/>
              </a:solidFill>
              <a:effectLst/>
              <a:uFillTx/>
              <a:latin typeface="Roboto Light"/>
            </a:endParaRPr>
          </a:p>
          <a:p>
            <a:pPr marL="1600200" lvl="3" indent="-228600" algn="l" defTabSz="914400">
              <a:lnSpc>
                <a:spcPct val="90000"/>
              </a:lnSpc>
              <a:spcBef>
                <a:spcPts val="499"/>
              </a:spcBef>
              <a:buClr>
                <a:srgbClr val="1E2B53"/>
              </a:buClr>
              <a:buFont typeface="Arial"/>
              <a:buChar char="•"/>
              <a:tabLst>
                <a:tab pos="0" algn="l"/>
              </a:tabLst>
            </a:pPr>
            <a:r>
              <a:rPr lang="fr-FR" sz="1600" b="0" u="none" strike="noStrike">
                <a:solidFill>
                  <a:schemeClr val="dk2"/>
                </a:solidFill>
                <a:effectLst/>
                <a:uFillTx/>
                <a:latin typeface="Roboto Light"/>
                <a:ea typeface="Roboto Light"/>
              </a:rPr>
              <a:t>Quatrième niveau</a:t>
            </a:r>
            <a:endParaRPr lang="fr-FR" sz="1600" b="0" u="none" strike="noStrike">
              <a:solidFill>
                <a:schemeClr val="dk2"/>
              </a:solidFill>
              <a:effectLst/>
              <a:uFillTx/>
              <a:latin typeface="Roboto Light"/>
            </a:endParaRPr>
          </a:p>
          <a:p>
            <a:pPr marL="1828800" indent="0" algn="l" defTabSz="914400">
              <a:lnSpc>
                <a:spcPct val="90000"/>
              </a:lnSpc>
              <a:spcBef>
                <a:spcPts val="499"/>
              </a:spcBef>
              <a:buNone/>
              <a:tabLst>
                <a:tab pos="0" algn="l"/>
              </a:tabLst>
            </a:pPr>
            <a:r>
              <a:rPr lang="fr-FR" sz="1200" b="0" u="none" strike="noStrike">
                <a:solidFill>
                  <a:schemeClr val="dk2"/>
                </a:solidFill>
                <a:effectLst/>
                <a:uFillTx/>
                <a:latin typeface="Roboto Light"/>
                <a:ea typeface="Roboto Light"/>
              </a:rPr>
              <a:t>Cinquième niveau</a:t>
            </a:r>
            <a:endParaRPr lang="fr-FR" sz="1200" b="0" u="none" strike="noStrike">
              <a:solidFill>
                <a:schemeClr val="dk2"/>
              </a:solidFill>
              <a:effectLst/>
              <a:uFillTx/>
              <a:latin typeface="Roboto Light"/>
            </a:endParaRPr>
          </a:p>
        </p:txBody>
      </p:sp>
      <p:sp>
        <p:nvSpPr>
          <p:cNvPr id="707" name="PlaceHolder 3"/>
          <p:cNvSpPr>
            <a:spLocks noGrp="1"/>
          </p:cNvSpPr>
          <p:nvPr>
            <p:ph type="ftr" idx="5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8">
    <p:bg>
      <p:bgPr>
        <a:solidFill>
          <a:srgbClr val="FFFFFF"/>
        </a:solidFill>
      </p:bgPr>
    </p:bg>
    <p:spTree>
      <p:nvGrpSpPr>
        <p:cNvPr id="1" name=""/>
        <p:cNvGrpSpPr/>
        <p:nvPr/>
      </p:nvGrpSpPr>
      <p:grpSpPr>
        <a:xfrm>
          <a:off x="0" y="0"/>
          <a:ext cx="0" cy="0"/>
          <a:chOff x="0" y="0"/>
          <a:chExt cx="0" cy="0"/>
        </a:xfrm>
      </p:grpSpPr>
      <p:pic>
        <p:nvPicPr>
          <p:cNvPr id="708" name="Image 6"/>
          <p:cNvPicPr/>
          <p:nvPr/>
        </p:nvPicPr>
        <p:blipFill>
          <a:blip r:embed="rId2"/>
          <a:srcRect l="0" t="9549" r="0" b="9549"/>
          <a:stretch/>
        </p:blipFill>
        <p:spPr>
          <a:xfrm>
            <a:off x="2668320" y="6262920"/>
            <a:ext cx="9523080" cy="601200"/>
          </a:xfrm>
          <a:prstGeom prst="rect">
            <a:avLst/>
          </a:prstGeom>
          <a:noFill/>
          <a:ln w="0">
            <a:noFill/>
          </a:ln>
        </p:spPr>
      </p:pic>
      <p:sp>
        <p:nvSpPr>
          <p:cNvPr id="70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10" name="Image 10"/>
          <p:cNvPicPr/>
          <p:nvPr/>
        </p:nvPicPr>
        <p:blipFill>
          <a:blip r:embed="rId3"/>
          <a:stretch/>
        </p:blipFill>
        <p:spPr>
          <a:xfrm>
            <a:off x="756720" y="6449760"/>
            <a:ext cx="908280" cy="238680"/>
          </a:xfrm>
          <a:prstGeom prst="rect">
            <a:avLst/>
          </a:prstGeom>
          <a:noFill/>
          <a:ln w="0">
            <a:noFill/>
          </a:ln>
        </p:spPr>
      </p:pic>
      <p:cxnSp>
        <p:nvCxnSpPr>
          <p:cNvPr id="711" name="Connecteur droit 11"/>
          <p:cNvCxnSpPr/>
          <p:nvPr/>
        </p:nvCxnSpPr>
        <p:spPr>
          <a:xfrm>
            <a:off x="0" y="145440"/>
            <a:ext cx="12192480" cy="720"/>
          </a:xfrm>
          <a:prstGeom prst="straightConnector1">
            <a:avLst/>
          </a:prstGeom>
          <a:ln w="0">
            <a:solidFill>
              <a:srgbClr val="E7E6E6"/>
            </a:solidFill>
          </a:ln>
        </p:spPr>
      </p:cxnSp>
      <p:cxnSp>
        <p:nvCxnSpPr>
          <p:cNvPr id="712" name="Connecteur droit 12"/>
          <p:cNvCxnSpPr/>
          <p:nvPr/>
        </p:nvCxnSpPr>
        <p:spPr>
          <a:xfrm>
            <a:off x="12033360" y="-6480"/>
            <a:ext cx="720" cy="6851520"/>
          </a:xfrm>
          <a:prstGeom prst="straightConnector1">
            <a:avLst/>
          </a:prstGeom>
          <a:ln w="0">
            <a:solidFill>
              <a:srgbClr val="E7E6E6"/>
            </a:solidFill>
          </a:ln>
        </p:spPr>
      </p:cxnSp>
      <p:cxnSp>
        <p:nvCxnSpPr>
          <p:cNvPr id="713" name="Connecteur droit 13"/>
          <p:cNvCxnSpPr/>
          <p:nvPr/>
        </p:nvCxnSpPr>
        <p:spPr>
          <a:xfrm>
            <a:off x="2668320" y="6255720"/>
            <a:ext cx="720" cy="596160"/>
          </a:xfrm>
          <a:prstGeom prst="straightConnector1">
            <a:avLst/>
          </a:prstGeom>
          <a:ln w="0">
            <a:solidFill>
              <a:srgbClr val="E7E6E6"/>
            </a:solidFill>
          </a:ln>
        </p:spPr>
      </p:cxnSp>
      <p:sp>
        <p:nvSpPr>
          <p:cNvPr id="71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043FA23C-04C0-43A9-ABBB-DD0CD378A6F9}"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15" name="Connecteur droit 15"/>
          <p:cNvCxnSpPr/>
          <p:nvPr/>
        </p:nvCxnSpPr>
        <p:spPr>
          <a:xfrm>
            <a:off x="0" y="6254640"/>
            <a:ext cx="12192480" cy="720"/>
          </a:xfrm>
          <a:prstGeom prst="straightConnector1">
            <a:avLst/>
          </a:prstGeom>
          <a:ln w="0">
            <a:solidFill>
              <a:srgbClr val="FFFFFF"/>
            </a:solidFill>
          </a:ln>
        </p:spPr>
      </p:cxnSp>
      <p:sp>
        <p:nvSpPr>
          <p:cNvPr id="716" name="PlaceHolder 1"/>
          <p:cNvSpPr>
            <a:spLocks noGrp="1"/>
          </p:cNvSpPr>
          <p:nvPr>
            <p:ph type="body"/>
          </p:nvPr>
        </p:nvSpPr>
        <p:spPr>
          <a:xfrm>
            <a:off x="4563720" y="860040"/>
            <a:ext cx="6870960" cy="477468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32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32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32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3200" b="0" u="none" strike="noStrike">
                <a:solidFill>
                  <a:schemeClr val="dk2"/>
                </a:solidFill>
                <a:effectLst/>
                <a:uFillTx/>
                <a:latin typeface="Roboto Light"/>
              </a:rPr>
              <a:t>Click to edit the outline text format</a:t>
            </a:r>
            <a:endParaRPr lang="fr-FR" sz="32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2"/>
                </a:solidFill>
                <a:effectLst/>
                <a:uFillTx/>
                <a:latin typeface="Roboto Light"/>
              </a:rPr>
              <a:t>Second Outline Level</a:t>
            </a:r>
            <a:endParaRPr lang="fr-FR" sz="32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Third Outline Level</a:t>
            </a:r>
            <a:endParaRPr lang="fr-FR" sz="32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3200" b="0" u="none" strike="noStrike">
                <a:solidFill>
                  <a:schemeClr val="dk2"/>
                </a:solidFill>
                <a:effectLst/>
                <a:uFillTx/>
                <a:latin typeface="Roboto Light"/>
              </a:rPr>
              <a:t>Fourth Outline Level</a:t>
            </a:r>
            <a:endParaRPr lang="fr-FR" sz="32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Fifth Outline Level</a:t>
            </a:r>
            <a:endParaRPr lang="fr-FR" sz="32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Sixth Outline Level</a:t>
            </a:r>
            <a:endParaRPr lang="fr-FR" sz="32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3200" b="0" u="none" strike="noStrike">
                <a:solidFill>
                  <a:schemeClr val="dk2"/>
                </a:solidFill>
                <a:effectLst/>
                <a:uFillTx/>
                <a:latin typeface="Roboto Light"/>
              </a:rPr>
              <a:t>Seventh Outline Level</a:t>
            </a:r>
            <a:endParaRPr lang="fr-FR" sz="3200" b="0" u="none" strike="noStrike">
              <a:solidFill>
                <a:schemeClr val="dk2"/>
              </a:solidFill>
              <a:effectLst/>
              <a:uFillTx/>
              <a:latin typeface="Roboto Light"/>
            </a:endParaRPr>
          </a:p>
        </p:txBody>
      </p:sp>
      <p:sp>
        <p:nvSpPr>
          <p:cNvPr id="717" name="PlaceHolder 2"/>
          <p:cNvSpPr>
            <a:spLocks noGrp="1"/>
          </p:cNvSpPr>
          <p:nvPr>
            <p:ph type="ftr" idx="51"/>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18" name="PlaceHolder 3"/>
          <p:cNvSpPr>
            <a:spLocks noGrp="1"/>
          </p:cNvSpPr>
          <p:nvPr>
            <p:ph type="sldNum" idx="52"/>
          </p:nvPr>
        </p:nvSpPr>
        <p:spPr>
          <a:xfrm>
            <a:off x="9687240" y="6356520"/>
            <a:ext cx="1747440" cy="364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dk1"/>
                </a:solidFill>
                <a:effectLst/>
                <a:uFillTx/>
                <a:latin typeface="roboto Light"/>
              </a:defRPr>
            </a:lvl1pPr>
          </a:lstStyle>
          <a:p>
            <a:pPr indent="0" algn="l" defTabSz="914400">
              <a:lnSpc>
                <a:spcPct val="100000"/>
              </a:lnSpc>
              <a:buNone/>
              <a:tabLst>
                <a:tab pos="0" algn="l"/>
              </a:tabLst>
            </a:pPr>
            <a:fld id="{00B24364-A833-4AED-8B2E-9E1944A50212}" type="slidenum">
              <a:rPr lang="fr-FR" sz="1800" b="0" u="none" strike="noStrike">
                <a:solidFill>
                  <a:schemeClr val="dk1"/>
                </a:solidFill>
                <a:effectLst/>
                <a:uFillTx/>
                <a:latin typeface="roboto Light"/>
              </a:rPr>
              <a:t>&lt;number&gt;</a:t>
            </a:fld>
            <a:endParaRPr lang="en-US" sz="1800" b="0" u="none" strike="noStrike">
              <a:solidFill>
                <a:srgbClr val="000000"/>
              </a:solidFill>
              <a:effectLst/>
              <a:uFillTx/>
              <a:latin typeface="Times New Roman"/>
            </a:endParaRPr>
          </a:p>
        </p:txBody>
      </p:sp>
      <p:sp>
        <p:nvSpPr>
          <p:cNvPr id="719" name="PlaceHolder 4"/>
          <p:cNvSpPr>
            <a:spLocks noGrp="1"/>
          </p:cNvSpPr>
          <p:nvPr>
            <p:ph type="body"/>
          </p:nvPr>
        </p:nvSpPr>
        <p:spPr>
          <a:xfrm>
            <a:off x="839880" y="2202840"/>
            <a:ext cx="2933640" cy="343188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720" name="PlaceHolder 5"/>
          <p:cNvSpPr>
            <a:spLocks noGrp="1"/>
          </p:cNvSpPr>
          <p:nvPr>
            <p:ph type="title" hasCustomPrompt="1"/>
          </p:nvPr>
        </p:nvSpPr>
        <p:spPr>
          <a:xfrm>
            <a:off x="838080" y="860040"/>
            <a:ext cx="293364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titre</a:t>
            </a:r>
            <a:endParaRPr lang="fr-FR" sz="3600" b="0" u="none" strike="noStrike">
              <a:solidFill>
                <a:schemeClr val="dk2"/>
              </a:solidFill>
              <a:effectLst/>
              <a:uFillTx/>
              <a:latin typeface="Roboto Black"/>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9">
    <p:bg>
      <p:bgPr>
        <a:solidFill>
          <a:srgbClr val="FFFFFF"/>
        </a:solidFill>
      </p:bgPr>
    </p:bg>
    <p:spTree>
      <p:nvGrpSpPr>
        <p:cNvPr id="1" name=""/>
        <p:cNvGrpSpPr/>
        <p:nvPr/>
      </p:nvGrpSpPr>
      <p:grpSpPr>
        <a:xfrm>
          <a:off x="0" y="0"/>
          <a:ext cx="0" cy="0"/>
          <a:chOff x="0" y="0"/>
          <a:chExt cx="0" cy="0"/>
        </a:xfrm>
      </p:grpSpPr>
      <p:pic>
        <p:nvPicPr>
          <p:cNvPr id="721" name="Image 6"/>
          <p:cNvPicPr/>
          <p:nvPr/>
        </p:nvPicPr>
        <p:blipFill>
          <a:blip r:embed="rId2"/>
          <a:srcRect l="0" t="9549" r="0" b="9549"/>
          <a:stretch/>
        </p:blipFill>
        <p:spPr>
          <a:xfrm>
            <a:off x="2668320" y="6262920"/>
            <a:ext cx="9523080" cy="601200"/>
          </a:xfrm>
          <a:prstGeom prst="rect">
            <a:avLst/>
          </a:prstGeom>
          <a:noFill/>
          <a:ln w="0">
            <a:noFill/>
          </a:ln>
        </p:spPr>
      </p:pic>
      <p:sp>
        <p:nvSpPr>
          <p:cNvPr id="722"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23" name="Image 10"/>
          <p:cNvPicPr/>
          <p:nvPr/>
        </p:nvPicPr>
        <p:blipFill>
          <a:blip r:embed="rId3"/>
          <a:stretch/>
        </p:blipFill>
        <p:spPr>
          <a:xfrm>
            <a:off x="756720" y="6449760"/>
            <a:ext cx="908280" cy="238680"/>
          </a:xfrm>
          <a:prstGeom prst="rect">
            <a:avLst/>
          </a:prstGeom>
          <a:noFill/>
          <a:ln w="0">
            <a:noFill/>
          </a:ln>
        </p:spPr>
      </p:pic>
      <p:cxnSp>
        <p:nvCxnSpPr>
          <p:cNvPr id="724" name="Connecteur droit 11"/>
          <p:cNvCxnSpPr/>
          <p:nvPr/>
        </p:nvCxnSpPr>
        <p:spPr>
          <a:xfrm>
            <a:off x="0" y="145440"/>
            <a:ext cx="12192480" cy="720"/>
          </a:xfrm>
          <a:prstGeom prst="straightConnector1">
            <a:avLst/>
          </a:prstGeom>
          <a:ln w="0">
            <a:solidFill>
              <a:srgbClr val="E7E6E6"/>
            </a:solidFill>
          </a:ln>
        </p:spPr>
      </p:cxnSp>
      <p:cxnSp>
        <p:nvCxnSpPr>
          <p:cNvPr id="725" name="Connecteur droit 12"/>
          <p:cNvCxnSpPr/>
          <p:nvPr/>
        </p:nvCxnSpPr>
        <p:spPr>
          <a:xfrm>
            <a:off x="12033360" y="-6480"/>
            <a:ext cx="720" cy="6851520"/>
          </a:xfrm>
          <a:prstGeom prst="straightConnector1">
            <a:avLst/>
          </a:prstGeom>
          <a:ln w="0">
            <a:solidFill>
              <a:srgbClr val="E7E6E6"/>
            </a:solidFill>
          </a:ln>
        </p:spPr>
      </p:cxnSp>
      <p:cxnSp>
        <p:nvCxnSpPr>
          <p:cNvPr id="726" name="Connecteur droit 13"/>
          <p:cNvCxnSpPr/>
          <p:nvPr/>
        </p:nvCxnSpPr>
        <p:spPr>
          <a:xfrm>
            <a:off x="2668320" y="6255720"/>
            <a:ext cx="720" cy="596160"/>
          </a:xfrm>
          <a:prstGeom prst="straightConnector1">
            <a:avLst/>
          </a:prstGeom>
          <a:ln w="0">
            <a:solidFill>
              <a:srgbClr val="E7E6E6"/>
            </a:solidFill>
          </a:ln>
        </p:spPr>
      </p:cxnSp>
      <p:sp>
        <p:nvSpPr>
          <p:cNvPr id="727"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38585EF7-BFC5-4208-887B-6D42000FAB6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28" name="Connecteur droit 15"/>
          <p:cNvCxnSpPr/>
          <p:nvPr/>
        </p:nvCxnSpPr>
        <p:spPr>
          <a:xfrm>
            <a:off x="0" y="6254640"/>
            <a:ext cx="12192480" cy="720"/>
          </a:xfrm>
          <a:prstGeom prst="straightConnector1">
            <a:avLst/>
          </a:prstGeom>
          <a:ln w="0">
            <a:solidFill>
              <a:srgbClr val="FFFFFF"/>
            </a:solidFill>
          </a:ln>
        </p:spPr>
      </p:cxnSp>
      <p:sp>
        <p:nvSpPr>
          <p:cNvPr id="729" name="PlaceHolder 1"/>
          <p:cNvSpPr>
            <a:spLocks noGrp="1"/>
          </p:cNvSpPr>
          <p:nvPr>
            <p:ph type="ftr" idx="53"/>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30" name="PlaceHolder 2"/>
          <p:cNvSpPr>
            <a:spLocks noGrp="1"/>
          </p:cNvSpPr>
          <p:nvPr>
            <p:ph type="body"/>
          </p:nvPr>
        </p:nvSpPr>
        <p:spPr>
          <a:xfrm>
            <a:off x="832320" y="4370040"/>
            <a:ext cx="23767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31" name="PlaceHolder 3"/>
          <p:cNvSpPr>
            <a:spLocks noGrp="1"/>
          </p:cNvSpPr>
          <p:nvPr>
            <p:ph type="body"/>
          </p:nvPr>
        </p:nvSpPr>
        <p:spPr>
          <a:xfrm>
            <a:off x="83232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32" name="PlaceHolder 4"/>
          <p:cNvSpPr>
            <a:spLocks noGrp="1"/>
          </p:cNvSpPr>
          <p:nvPr>
            <p:ph type="body" hasCustomPrompt="1"/>
          </p:nvPr>
        </p:nvSpPr>
        <p:spPr>
          <a:xfrm>
            <a:off x="83232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cxnSp>
        <p:nvCxnSpPr>
          <p:cNvPr id="733" name="Connecteur droit 6"/>
          <p:cNvCxnSpPr/>
          <p:nvPr/>
        </p:nvCxnSpPr>
        <p:spPr>
          <a:xfrm>
            <a:off x="4011120" y="0"/>
            <a:ext cx="720" cy="6258960"/>
          </a:xfrm>
          <a:prstGeom prst="straightConnector1">
            <a:avLst/>
          </a:prstGeom>
          <a:ln w="0">
            <a:solidFill>
              <a:srgbClr val="E7E6E6"/>
            </a:solidFill>
          </a:ln>
        </p:spPr>
      </p:cxnSp>
      <p:cxnSp>
        <p:nvCxnSpPr>
          <p:cNvPr id="734" name="Connecteur droit 7"/>
          <p:cNvCxnSpPr/>
          <p:nvPr/>
        </p:nvCxnSpPr>
        <p:spPr>
          <a:xfrm>
            <a:off x="8022600" y="-13320"/>
            <a:ext cx="720" cy="6258960"/>
          </a:xfrm>
          <a:prstGeom prst="straightConnector1">
            <a:avLst/>
          </a:prstGeom>
          <a:ln w="0">
            <a:solidFill>
              <a:srgbClr val="E7E6E6"/>
            </a:solidFill>
          </a:ln>
        </p:spPr>
      </p:cxnSp>
      <p:sp>
        <p:nvSpPr>
          <p:cNvPr id="735" name="PlaceHolder 5"/>
          <p:cNvSpPr>
            <a:spLocks noGrp="1"/>
          </p:cNvSpPr>
          <p:nvPr>
            <p:ph type="body"/>
          </p:nvPr>
        </p:nvSpPr>
        <p:spPr>
          <a:xfrm>
            <a:off x="4843800" y="4370040"/>
            <a:ext cx="23767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36" name="PlaceHolder 6"/>
          <p:cNvSpPr>
            <a:spLocks noGrp="1"/>
          </p:cNvSpPr>
          <p:nvPr>
            <p:ph type="body"/>
          </p:nvPr>
        </p:nvSpPr>
        <p:spPr>
          <a:xfrm>
            <a:off x="484380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37" name="PlaceHolder 7"/>
          <p:cNvSpPr>
            <a:spLocks noGrp="1"/>
          </p:cNvSpPr>
          <p:nvPr>
            <p:ph type="body" hasCustomPrompt="1"/>
          </p:nvPr>
        </p:nvSpPr>
        <p:spPr>
          <a:xfrm>
            <a:off x="484380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738" name="PlaceHolder 8"/>
          <p:cNvSpPr>
            <a:spLocks noGrp="1"/>
          </p:cNvSpPr>
          <p:nvPr>
            <p:ph type="body"/>
          </p:nvPr>
        </p:nvSpPr>
        <p:spPr>
          <a:xfrm>
            <a:off x="8824320" y="4370040"/>
            <a:ext cx="23767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39" name="PlaceHolder 9"/>
          <p:cNvSpPr>
            <a:spLocks noGrp="1"/>
          </p:cNvSpPr>
          <p:nvPr>
            <p:ph type="body"/>
          </p:nvPr>
        </p:nvSpPr>
        <p:spPr>
          <a:xfrm>
            <a:off x="8824320" y="996840"/>
            <a:ext cx="23767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40" name="PlaceHolder 10"/>
          <p:cNvSpPr>
            <a:spLocks noGrp="1"/>
          </p:cNvSpPr>
          <p:nvPr>
            <p:ph type="body" hasCustomPrompt="1"/>
          </p:nvPr>
        </p:nvSpPr>
        <p:spPr>
          <a:xfrm>
            <a:off x="8824320" y="3133080"/>
            <a:ext cx="23767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0">
    <p:bg>
      <p:bgPr>
        <a:solidFill>
          <a:srgbClr val="FFFFFF"/>
        </a:solidFill>
      </p:bgPr>
    </p:bg>
    <p:spTree>
      <p:nvGrpSpPr>
        <p:cNvPr id="1" name=""/>
        <p:cNvGrpSpPr/>
        <p:nvPr/>
      </p:nvGrpSpPr>
      <p:grpSpPr>
        <a:xfrm>
          <a:off x="0" y="0"/>
          <a:ext cx="0" cy="0"/>
          <a:chOff x="0" y="0"/>
          <a:chExt cx="0" cy="0"/>
        </a:xfrm>
      </p:grpSpPr>
      <p:pic>
        <p:nvPicPr>
          <p:cNvPr id="741" name="Image 6"/>
          <p:cNvPicPr/>
          <p:nvPr/>
        </p:nvPicPr>
        <p:blipFill>
          <a:blip r:embed="rId2"/>
          <a:srcRect l="0" t="9549" r="0" b="9549"/>
          <a:stretch/>
        </p:blipFill>
        <p:spPr>
          <a:xfrm>
            <a:off x="2668320" y="6262920"/>
            <a:ext cx="9523080" cy="601200"/>
          </a:xfrm>
          <a:prstGeom prst="rect">
            <a:avLst/>
          </a:prstGeom>
          <a:noFill/>
          <a:ln w="0">
            <a:noFill/>
          </a:ln>
        </p:spPr>
      </p:pic>
      <p:sp>
        <p:nvSpPr>
          <p:cNvPr id="742"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43" name="Image 10"/>
          <p:cNvPicPr/>
          <p:nvPr/>
        </p:nvPicPr>
        <p:blipFill>
          <a:blip r:embed="rId3"/>
          <a:stretch/>
        </p:blipFill>
        <p:spPr>
          <a:xfrm>
            <a:off x="756720" y="6449760"/>
            <a:ext cx="908280" cy="238680"/>
          </a:xfrm>
          <a:prstGeom prst="rect">
            <a:avLst/>
          </a:prstGeom>
          <a:noFill/>
          <a:ln w="0">
            <a:noFill/>
          </a:ln>
        </p:spPr>
      </p:pic>
      <p:cxnSp>
        <p:nvCxnSpPr>
          <p:cNvPr id="744" name="Connecteur droit 11"/>
          <p:cNvCxnSpPr/>
          <p:nvPr/>
        </p:nvCxnSpPr>
        <p:spPr>
          <a:xfrm>
            <a:off x="0" y="145440"/>
            <a:ext cx="12192480" cy="720"/>
          </a:xfrm>
          <a:prstGeom prst="straightConnector1">
            <a:avLst/>
          </a:prstGeom>
          <a:ln w="0">
            <a:solidFill>
              <a:srgbClr val="E7E6E6"/>
            </a:solidFill>
          </a:ln>
        </p:spPr>
      </p:cxnSp>
      <p:cxnSp>
        <p:nvCxnSpPr>
          <p:cNvPr id="745" name="Connecteur droit 12"/>
          <p:cNvCxnSpPr/>
          <p:nvPr/>
        </p:nvCxnSpPr>
        <p:spPr>
          <a:xfrm>
            <a:off x="12033360" y="-6480"/>
            <a:ext cx="720" cy="6851520"/>
          </a:xfrm>
          <a:prstGeom prst="straightConnector1">
            <a:avLst/>
          </a:prstGeom>
          <a:ln w="0">
            <a:solidFill>
              <a:srgbClr val="E7E6E6"/>
            </a:solidFill>
          </a:ln>
        </p:spPr>
      </p:cxnSp>
      <p:cxnSp>
        <p:nvCxnSpPr>
          <p:cNvPr id="746" name="Connecteur droit 13"/>
          <p:cNvCxnSpPr/>
          <p:nvPr/>
        </p:nvCxnSpPr>
        <p:spPr>
          <a:xfrm>
            <a:off x="2668320" y="6255720"/>
            <a:ext cx="720" cy="596160"/>
          </a:xfrm>
          <a:prstGeom prst="straightConnector1">
            <a:avLst/>
          </a:prstGeom>
          <a:ln w="0">
            <a:solidFill>
              <a:srgbClr val="E7E6E6"/>
            </a:solidFill>
          </a:ln>
        </p:spPr>
      </p:cxnSp>
      <p:sp>
        <p:nvSpPr>
          <p:cNvPr id="747"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9589B22A-DCF0-498F-8420-DC3685160429}"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48" name="Connecteur droit 15"/>
          <p:cNvCxnSpPr/>
          <p:nvPr/>
        </p:nvCxnSpPr>
        <p:spPr>
          <a:xfrm>
            <a:off x="0" y="6254640"/>
            <a:ext cx="12192480" cy="720"/>
          </a:xfrm>
          <a:prstGeom prst="straightConnector1">
            <a:avLst/>
          </a:prstGeom>
          <a:ln w="0">
            <a:solidFill>
              <a:srgbClr val="FFFFFF"/>
            </a:solidFill>
          </a:ln>
        </p:spPr>
      </p:cxnSp>
      <p:sp>
        <p:nvSpPr>
          <p:cNvPr id="749" name="PlaceHolder 1"/>
          <p:cNvSpPr>
            <a:spLocks noGrp="1"/>
          </p:cNvSpPr>
          <p:nvPr>
            <p:ph type="ftr" idx="54"/>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50" name="PlaceHolder 2"/>
          <p:cNvSpPr>
            <a:spLocks noGrp="1"/>
          </p:cNvSpPr>
          <p:nvPr>
            <p:ph type="body"/>
          </p:nvPr>
        </p:nvSpPr>
        <p:spPr>
          <a:xfrm>
            <a:off x="832320" y="2526120"/>
            <a:ext cx="237672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51" name="PlaceHolder 3"/>
          <p:cNvSpPr>
            <a:spLocks noGrp="1"/>
          </p:cNvSpPr>
          <p:nvPr>
            <p:ph type="body" hasCustomPrompt="1"/>
          </p:nvPr>
        </p:nvSpPr>
        <p:spPr>
          <a:xfrm>
            <a:off x="83232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cxnSp>
        <p:nvCxnSpPr>
          <p:cNvPr id="752" name="Connecteur droit 6"/>
          <p:cNvCxnSpPr/>
          <p:nvPr/>
        </p:nvCxnSpPr>
        <p:spPr>
          <a:xfrm>
            <a:off x="4011120" y="0"/>
            <a:ext cx="720" cy="6258960"/>
          </a:xfrm>
          <a:prstGeom prst="straightConnector1">
            <a:avLst/>
          </a:prstGeom>
          <a:ln w="0">
            <a:solidFill>
              <a:srgbClr val="E7E6E6"/>
            </a:solidFill>
          </a:ln>
        </p:spPr>
      </p:cxnSp>
      <p:cxnSp>
        <p:nvCxnSpPr>
          <p:cNvPr id="753" name="Connecteur droit 7"/>
          <p:cNvCxnSpPr/>
          <p:nvPr/>
        </p:nvCxnSpPr>
        <p:spPr>
          <a:xfrm>
            <a:off x="8022600" y="-13320"/>
            <a:ext cx="720" cy="6258960"/>
          </a:xfrm>
          <a:prstGeom prst="straightConnector1">
            <a:avLst/>
          </a:prstGeom>
          <a:ln w="0">
            <a:solidFill>
              <a:srgbClr val="E7E6E6"/>
            </a:solidFill>
          </a:ln>
        </p:spPr>
      </p:cxnSp>
      <p:sp>
        <p:nvSpPr>
          <p:cNvPr id="754" name="PlaceHolder 4"/>
          <p:cNvSpPr>
            <a:spLocks noGrp="1"/>
          </p:cNvSpPr>
          <p:nvPr>
            <p:ph type="body"/>
          </p:nvPr>
        </p:nvSpPr>
        <p:spPr>
          <a:xfrm>
            <a:off x="4828320" y="2526120"/>
            <a:ext cx="237672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55" name="PlaceHolder 5"/>
          <p:cNvSpPr>
            <a:spLocks noGrp="1"/>
          </p:cNvSpPr>
          <p:nvPr>
            <p:ph type="body" hasCustomPrompt="1"/>
          </p:nvPr>
        </p:nvSpPr>
        <p:spPr>
          <a:xfrm>
            <a:off x="482832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756" name="PlaceHolder 6"/>
          <p:cNvSpPr>
            <a:spLocks noGrp="1"/>
          </p:cNvSpPr>
          <p:nvPr>
            <p:ph type="body"/>
          </p:nvPr>
        </p:nvSpPr>
        <p:spPr>
          <a:xfrm>
            <a:off x="8839440" y="2526120"/>
            <a:ext cx="237672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57" name="PlaceHolder 7"/>
          <p:cNvSpPr>
            <a:spLocks noGrp="1"/>
          </p:cNvSpPr>
          <p:nvPr>
            <p:ph type="body" hasCustomPrompt="1"/>
          </p:nvPr>
        </p:nvSpPr>
        <p:spPr>
          <a:xfrm>
            <a:off x="8839440" y="996840"/>
            <a:ext cx="237672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FFFFF"/>
        </a:solidFill>
      </p:bgPr>
    </p:bg>
    <p:spTree>
      <p:nvGrpSpPr>
        <p:cNvPr id="1" name=""/>
        <p:cNvGrpSpPr/>
        <p:nvPr/>
      </p:nvGrpSpPr>
      <p:grpSpPr>
        <a:xfrm>
          <a:off x="0" y="0"/>
          <a:ext cx="0" cy="0"/>
          <a:chOff x="0" y="0"/>
          <a:chExt cx="0" cy="0"/>
        </a:xfrm>
      </p:grpSpPr>
      <p:pic>
        <p:nvPicPr>
          <p:cNvPr id="758" name="Image 6"/>
          <p:cNvPicPr/>
          <p:nvPr/>
        </p:nvPicPr>
        <p:blipFill>
          <a:blip r:embed="rId2"/>
          <a:srcRect l="0" t="9549" r="0" b="9549"/>
          <a:stretch/>
        </p:blipFill>
        <p:spPr>
          <a:xfrm>
            <a:off x="2668320" y="6262920"/>
            <a:ext cx="9523080" cy="601200"/>
          </a:xfrm>
          <a:prstGeom prst="rect">
            <a:avLst/>
          </a:prstGeom>
          <a:noFill/>
          <a:ln w="0">
            <a:noFill/>
          </a:ln>
        </p:spPr>
      </p:pic>
      <p:sp>
        <p:nvSpPr>
          <p:cNvPr id="759"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60" name="Image 10"/>
          <p:cNvPicPr/>
          <p:nvPr/>
        </p:nvPicPr>
        <p:blipFill>
          <a:blip r:embed="rId3"/>
          <a:stretch/>
        </p:blipFill>
        <p:spPr>
          <a:xfrm>
            <a:off x="756720" y="6449760"/>
            <a:ext cx="908280" cy="238680"/>
          </a:xfrm>
          <a:prstGeom prst="rect">
            <a:avLst/>
          </a:prstGeom>
          <a:noFill/>
          <a:ln w="0">
            <a:noFill/>
          </a:ln>
        </p:spPr>
      </p:pic>
      <p:cxnSp>
        <p:nvCxnSpPr>
          <p:cNvPr id="761" name="Connecteur droit 11"/>
          <p:cNvCxnSpPr/>
          <p:nvPr/>
        </p:nvCxnSpPr>
        <p:spPr>
          <a:xfrm>
            <a:off x="0" y="145440"/>
            <a:ext cx="12192480" cy="720"/>
          </a:xfrm>
          <a:prstGeom prst="straightConnector1">
            <a:avLst/>
          </a:prstGeom>
          <a:ln w="0">
            <a:solidFill>
              <a:srgbClr val="E7E6E6"/>
            </a:solidFill>
          </a:ln>
        </p:spPr>
      </p:cxnSp>
      <p:cxnSp>
        <p:nvCxnSpPr>
          <p:cNvPr id="762" name="Connecteur droit 12"/>
          <p:cNvCxnSpPr/>
          <p:nvPr/>
        </p:nvCxnSpPr>
        <p:spPr>
          <a:xfrm>
            <a:off x="12033360" y="-6480"/>
            <a:ext cx="720" cy="6851520"/>
          </a:xfrm>
          <a:prstGeom prst="straightConnector1">
            <a:avLst/>
          </a:prstGeom>
          <a:ln w="0">
            <a:solidFill>
              <a:srgbClr val="E7E6E6"/>
            </a:solidFill>
          </a:ln>
        </p:spPr>
      </p:cxnSp>
      <p:cxnSp>
        <p:nvCxnSpPr>
          <p:cNvPr id="763" name="Connecteur droit 13"/>
          <p:cNvCxnSpPr/>
          <p:nvPr/>
        </p:nvCxnSpPr>
        <p:spPr>
          <a:xfrm>
            <a:off x="2668320" y="6255720"/>
            <a:ext cx="720" cy="596160"/>
          </a:xfrm>
          <a:prstGeom prst="straightConnector1">
            <a:avLst/>
          </a:prstGeom>
          <a:ln w="0">
            <a:solidFill>
              <a:srgbClr val="E7E6E6"/>
            </a:solidFill>
          </a:ln>
        </p:spPr>
      </p:cxnSp>
      <p:sp>
        <p:nvSpPr>
          <p:cNvPr id="764"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31211C38-BE20-4089-AA89-E54E2ADF2D7F}"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65" name="Connecteur droit 15"/>
          <p:cNvCxnSpPr/>
          <p:nvPr/>
        </p:nvCxnSpPr>
        <p:spPr>
          <a:xfrm>
            <a:off x="0" y="6254640"/>
            <a:ext cx="12192480" cy="720"/>
          </a:xfrm>
          <a:prstGeom prst="straightConnector1">
            <a:avLst/>
          </a:prstGeom>
          <a:ln w="0">
            <a:solidFill>
              <a:srgbClr val="FFFFFF"/>
            </a:solidFill>
          </a:ln>
        </p:spPr>
      </p:cxnSp>
      <p:sp>
        <p:nvSpPr>
          <p:cNvPr id="766" name="PlaceHolder 1"/>
          <p:cNvSpPr>
            <a:spLocks noGrp="1"/>
          </p:cNvSpPr>
          <p:nvPr>
            <p:ph type="ftr" idx="55"/>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767" name="Connecteur droit 3"/>
          <p:cNvCxnSpPr/>
          <p:nvPr/>
        </p:nvCxnSpPr>
        <p:spPr>
          <a:xfrm>
            <a:off x="3008160" y="0"/>
            <a:ext cx="720" cy="6258960"/>
          </a:xfrm>
          <a:prstGeom prst="straightConnector1">
            <a:avLst/>
          </a:prstGeom>
          <a:ln w="0">
            <a:solidFill>
              <a:srgbClr val="E7E6E6"/>
            </a:solidFill>
          </a:ln>
        </p:spPr>
      </p:cxnSp>
      <p:cxnSp>
        <p:nvCxnSpPr>
          <p:cNvPr id="768" name="Connecteur droit 4"/>
          <p:cNvCxnSpPr/>
          <p:nvPr/>
        </p:nvCxnSpPr>
        <p:spPr>
          <a:xfrm>
            <a:off x="6016320" y="0"/>
            <a:ext cx="720" cy="6258960"/>
          </a:xfrm>
          <a:prstGeom prst="straightConnector1">
            <a:avLst/>
          </a:prstGeom>
          <a:ln w="0">
            <a:solidFill>
              <a:srgbClr val="E7E6E6"/>
            </a:solidFill>
          </a:ln>
        </p:spPr>
      </p:cxnSp>
      <p:cxnSp>
        <p:nvCxnSpPr>
          <p:cNvPr id="769" name="Connecteur droit 5"/>
          <p:cNvCxnSpPr/>
          <p:nvPr/>
        </p:nvCxnSpPr>
        <p:spPr>
          <a:xfrm>
            <a:off x="9024480" y="0"/>
            <a:ext cx="720" cy="6258960"/>
          </a:xfrm>
          <a:prstGeom prst="straightConnector1">
            <a:avLst/>
          </a:prstGeom>
          <a:ln w="0">
            <a:solidFill>
              <a:srgbClr val="E7E6E6"/>
            </a:solidFill>
          </a:ln>
        </p:spPr>
      </p:cxnSp>
      <p:sp>
        <p:nvSpPr>
          <p:cNvPr id="770" name="PlaceHolder 2"/>
          <p:cNvSpPr>
            <a:spLocks noGrp="1"/>
          </p:cNvSpPr>
          <p:nvPr>
            <p:ph type="body"/>
          </p:nvPr>
        </p:nvSpPr>
        <p:spPr>
          <a:xfrm>
            <a:off x="581040" y="4370040"/>
            <a:ext cx="18853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71" name="PlaceHolder 3"/>
          <p:cNvSpPr>
            <a:spLocks noGrp="1"/>
          </p:cNvSpPr>
          <p:nvPr>
            <p:ph type="body"/>
          </p:nvPr>
        </p:nvSpPr>
        <p:spPr>
          <a:xfrm>
            <a:off x="58104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72" name="PlaceHolder 4"/>
          <p:cNvSpPr>
            <a:spLocks noGrp="1"/>
          </p:cNvSpPr>
          <p:nvPr>
            <p:ph type="body" hasCustomPrompt="1"/>
          </p:nvPr>
        </p:nvSpPr>
        <p:spPr>
          <a:xfrm>
            <a:off x="58104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773" name="PlaceHolder 5"/>
          <p:cNvSpPr>
            <a:spLocks noGrp="1"/>
          </p:cNvSpPr>
          <p:nvPr>
            <p:ph type="body"/>
          </p:nvPr>
        </p:nvSpPr>
        <p:spPr>
          <a:xfrm>
            <a:off x="3589200" y="4370040"/>
            <a:ext cx="18853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74" name="PlaceHolder 6"/>
          <p:cNvSpPr>
            <a:spLocks noGrp="1"/>
          </p:cNvSpPr>
          <p:nvPr>
            <p:ph type="body"/>
          </p:nvPr>
        </p:nvSpPr>
        <p:spPr>
          <a:xfrm>
            <a:off x="358920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75" name="PlaceHolder 7"/>
          <p:cNvSpPr>
            <a:spLocks noGrp="1"/>
          </p:cNvSpPr>
          <p:nvPr>
            <p:ph type="body" hasCustomPrompt="1"/>
          </p:nvPr>
        </p:nvSpPr>
        <p:spPr>
          <a:xfrm>
            <a:off x="358920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776" name="PlaceHolder 8"/>
          <p:cNvSpPr>
            <a:spLocks noGrp="1"/>
          </p:cNvSpPr>
          <p:nvPr>
            <p:ph type="body"/>
          </p:nvPr>
        </p:nvSpPr>
        <p:spPr>
          <a:xfrm>
            <a:off x="6557760" y="4370040"/>
            <a:ext cx="18853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77" name="PlaceHolder 9"/>
          <p:cNvSpPr>
            <a:spLocks noGrp="1"/>
          </p:cNvSpPr>
          <p:nvPr>
            <p:ph type="body"/>
          </p:nvPr>
        </p:nvSpPr>
        <p:spPr>
          <a:xfrm>
            <a:off x="655776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78" name="PlaceHolder 10"/>
          <p:cNvSpPr>
            <a:spLocks noGrp="1"/>
          </p:cNvSpPr>
          <p:nvPr>
            <p:ph type="body" hasCustomPrompt="1"/>
          </p:nvPr>
        </p:nvSpPr>
        <p:spPr>
          <a:xfrm>
            <a:off x="655776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
        <p:nvSpPr>
          <p:cNvPr id="779" name="PlaceHolder 11"/>
          <p:cNvSpPr>
            <a:spLocks noGrp="1"/>
          </p:cNvSpPr>
          <p:nvPr>
            <p:ph type="body"/>
          </p:nvPr>
        </p:nvSpPr>
        <p:spPr>
          <a:xfrm>
            <a:off x="9605520" y="4370040"/>
            <a:ext cx="1885320" cy="120744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80" name="PlaceHolder 12"/>
          <p:cNvSpPr>
            <a:spLocks noGrp="1"/>
          </p:cNvSpPr>
          <p:nvPr>
            <p:ph type="body"/>
          </p:nvPr>
        </p:nvSpPr>
        <p:spPr>
          <a:xfrm>
            <a:off x="9605520" y="996840"/>
            <a:ext cx="188532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781" name="PlaceHolder 13"/>
          <p:cNvSpPr>
            <a:spLocks noGrp="1"/>
          </p:cNvSpPr>
          <p:nvPr>
            <p:ph type="body" hasCustomPrompt="1"/>
          </p:nvPr>
        </p:nvSpPr>
        <p:spPr>
          <a:xfrm>
            <a:off x="9605520" y="3133080"/>
            <a:ext cx="1885320" cy="120744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a:t>
            </a:r>
            <a:br>
              <a:rPr sz="2000"/>
            </a:br>
            <a:r>
              <a:rPr lang="fr-FR" sz="2000" b="0" u="none" strike="noStrike">
                <a:solidFill>
                  <a:schemeClr val="dk2"/>
                </a:solidFill>
                <a:effectLst/>
                <a:uFillTx/>
                <a:latin typeface="Roboto Black"/>
                <a:ea typeface="Roboto Black"/>
              </a:rPr>
              <a:t>le titre</a:t>
            </a:r>
            <a:endParaRPr lang="fr-FR" sz="2000" b="0" u="none" strike="noStrike">
              <a:solidFill>
                <a:schemeClr val="dk2"/>
              </a:solidFill>
              <a:effectLst/>
              <a:uFillTx/>
              <a:latin typeface="Roboto Black"/>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FFFFF"/>
        </a:solidFill>
      </p:bgPr>
    </p:bg>
    <p:spTree>
      <p:nvGrpSpPr>
        <p:cNvPr id="1" name=""/>
        <p:cNvGrpSpPr/>
        <p:nvPr/>
      </p:nvGrpSpPr>
      <p:grpSpPr>
        <a:xfrm>
          <a:off x="0" y="0"/>
          <a:ext cx="0" cy="0"/>
          <a:chOff x="0" y="0"/>
          <a:chExt cx="0" cy="0"/>
        </a:xfrm>
      </p:grpSpPr>
      <p:pic>
        <p:nvPicPr>
          <p:cNvPr id="782" name="Image 6"/>
          <p:cNvPicPr/>
          <p:nvPr/>
        </p:nvPicPr>
        <p:blipFill>
          <a:blip r:embed="rId2"/>
          <a:srcRect l="0" t="9549" r="0" b="9549"/>
          <a:stretch/>
        </p:blipFill>
        <p:spPr>
          <a:xfrm>
            <a:off x="2668320" y="6262920"/>
            <a:ext cx="9523080" cy="601200"/>
          </a:xfrm>
          <a:prstGeom prst="rect">
            <a:avLst/>
          </a:prstGeom>
          <a:noFill/>
          <a:ln w="0">
            <a:noFill/>
          </a:ln>
        </p:spPr>
      </p:pic>
      <p:sp>
        <p:nvSpPr>
          <p:cNvPr id="78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84" name="Image 10"/>
          <p:cNvPicPr/>
          <p:nvPr/>
        </p:nvPicPr>
        <p:blipFill>
          <a:blip r:embed="rId3"/>
          <a:stretch/>
        </p:blipFill>
        <p:spPr>
          <a:xfrm>
            <a:off x="756720" y="6449760"/>
            <a:ext cx="908280" cy="238680"/>
          </a:xfrm>
          <a:prstGeom prst="rect">
            <a:avLst/>
          </a:prstGeom>
          <a:noFill/>
          <a:ln w="0">
            <a:noFill/>
          </a:ln>
        </p:spPr>
      </p:pic>
      <p:cxnSp>
        <p:nvCxnSpPr>
          <p:cNvPr id="785" name="Connecteur droit 11"/>
          <p:cNvCxnSpPr/>
          <p:nvPr/>
        </p:nvCxnSpPr>
        <p:spPr>
          <a:xfrm>
            <a:off x="0" y="145440"/>
            <a:ext cx="12192480" cy="720"/>
          </a:xfrm>
          <a:prstGeom prst="straightConnector1">
            <a:avLst/>
          </a:prstGeom>
          <a:ln w="0">
            <a:solidFill>
              <a:srgbClr val="E7E6E6"/>
            </a:solidFill>
          </a:ln>
        </p:spPr>
      </p:cxnSp>
      <p:cxnSp>
        <p:nvCxnSpPr>
          <p:cNvPr id="786" name="Connecteur droit 12"/>
          <p:cNvCxnSpPr/>
          <p:nvPr/>
        </p:nvCxnSpPr>
        <p:spPr>
          <a:xfrm>
            <a:off x="12033360" y="-6480"/>
            <a:ext cx="720" cy="6851520"/>
          </a:xfrm>
          <a:prstGeom prst="straightConnector1">
            <a:avLst/>
          </a:prstGeom>
          <a:ln w="0">
            <a:solidFill>
              <a:srgbClr val="E7E6E6"/>
            </a:solidFill>
          </a:ln>
        </p:spPr>
      </p:cxnSp>
      <p:cxnSp>
        <p:nvCxnSpPr>
          <p:cNvPr id="787" name="Connecteur droit 13"/>
          <p:cNvCxnSpPr/>
          <p:nvPr/>
        </p:nvCxnSpPr>
        <p:spPr>
          <a:xfrm>
            <a:off x="2668320" y="6255720"/>
            <a:ext cx="720" cy="596160"/>
          </a:xfrm>
          <a:prstGeom prst="straightConnector1">
            <a:avLst/>
          </a:prstGeom>
          <a:ln w="0">
            <a:solidFill>
              <a:srgbClr val="E7E6E6"/>
            </a:solidFill>
          </a:ln>
        </p:spPr>
      </p:cxnSp>
      <p:sp>
        <p:nvSpPr>
          <p:cNvPr id="78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CDDF55AA-29F8-49C3-AD93-58DA3758F322}"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789" name="Connecteur droit 15"/>
          <p:cNvCxnSpPr/>
          <p:nvPr/>
        </p:nvCxnSpPr>
        <p:spPr>
          <a:xfrm>
            <a:off x="0" y="6254640"/>
            <a:ext cx="12192480" cy="720"/>
          </a:xfrm>
          <a:prstGeom prst="straightConnector1">
            <a:avLst/>
          </a:prstGeom>
          <a:ln w="0">
            <a:solidFill>
              <a:srgbClr val="FFFFFF"/>
            </a:solidFill>
          </a:ln>
        </p:spPr>
      </p:cxnSp>
      <p:sp>
        <p:nvSpPr>
          <p:cNvPr id="790" name="PlaceHolder 1"/>
          <p:cNvSpPr>
            <a:spLocks noGrp="1"/>
          </p:cNvSpPr>
          <p:nvPr>
            <p:ph type="ftr" idx="56"/>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791" name="Connecteur droit 3"/>
          <p:cNvCxnSpPr/>
          <p:nvPr/>
        </p:nvCxnSpPr>
        <p:spPr>
          <a:xfrm>
            <a:off x="3008160" y="0"/>
            <a:ext cx="720" cy="6258960"/>
          </a:xfrm>
          <a:prstGeom prst="straightConnector1">
            <a:avLst/>
          </a:prstGeom>
          <a:ln w="0">
            <a:solidFill>
              <a:srgbClr val="E7E6E6"/>
            </a:solidFill>
          </a:ln>
        </p:spPr>
      </p:cxnSp>
      <p:cxnSp>
        <p:nvCxnSpPr>
          <p:cNvPr id="792" name="Connecteur droit 4"/>
          <p:cNvCxnSpPr/>
          <p:nvPr/>
        </p:nvCxnSpPr>
        <p:spPr>
          <a:xfrm>
            <a:off x="6016320" y="0"/>
            <a:ext cx="720" cy="6258960"/>
          </a:xfrm>
          <a:prstGeom prst="straightConnector1">
            <a:avLst/>
          </a:prstGeom>
          <a:ln w="0">
            <a:solidFill>
              <a:srgbClr val="E7E6E6"/>
            </a:solidFill>
          </a:ln>
        </p:spPr>
      </p:cxnSp>
      <p:cxnSp>
        <p:nvCxnSpPr>
          <p:cNvPr id="793" name="Connecteur droit 5"/>
          <p:cNvCxnSpPr/>
          <p:nvPr/>
        </p:nvCxnSpPr>
        <p:spPr>
          <a:xfrm>
            <a:off x="9024480" y="0"/>
            <a:ext cx="720" cy="6258960"/>
          </a:xfrm>
          <a:prstGeom prst="straightConnector1">
            <a:avLst/>
          </a:prstGeom>
          <a:ln w="0">
            <a:solidFill>
              <a:srgbClr val="E7E6E6"/>
            </a:solidFill>
          </a:ln>
        </p:spPr>
      </p:cxnSp>
      <p:sp>
        <p:nvSpPr>
          <p:cNvPr id="794" name="PlaceHolder 2"/>
          <p:cNvSpPr>
            <a:spLocks noGrp="1"/>
          </p:cNvSpPr>
          <p:nvPr>
            <p:ph type="body"/>
          </p:nvPr>
        </p:nvSpPr>
        <p:spPr>
          <a:xfrm>
            <a:off x="551160" y="2526120"/>
            <a:ext cx="187560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95" name="PlaceHolder 3"/>
          <p:cNvSpPr>
            <a:spLocks noGrp="1"/>
          </p:cNvSpPr>
          <p:nvPr>
            <p:ph type="body" hasCustomPrompt="1"/>
          </p:nvPr>
        </p:nvSpPr>
        <p:spPr>
          <a:xfrm>
            <a:off x="55116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796" name="PlaceHolder 4"/>
          <p:cNvSpPr>
            <a:spLocks noGrp="1"/>
          </p:cNvSpPr>
          <p:nvPr>
            <p:ph type="body"/>
          </p:nvPr>
        </p:nvSpPr>
        <p:spPr>
          <a:xfrm>
            <a:off x="3574080" y="2526120"/>
            <a:ext cx="187560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97" name="PlaceHolder 5"/>
          <p:cNvSpPr>
            <a:spLocks noGrp="1"/>
          </p:cNvSpPr>
          <p:nvPr>
            <p:ph type="body" hasCustomPrompt="1"/>
          </p:nvPr>
        </p:nvSpPr>
        <p:spPr>
          <a:xfrm>
            <a:off x="357408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798" name="PlaceHolder 6"/>
          <p:cNvSpPr>
            <a:spLocks noGrp="1"/>
          </p:cNvSpPr>
          <p:nvPr>
            <p:ph type="body"/>
          </p:nvPr>
        </p:nvSpPr>
        <p:spPr>
          <a:xfrm>
            <a:off x="6582240" y="2526120"/>
            <a:ext cx="187560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799" name="PlaceHolder 7"/>
          <p:cNvSpPr>
            <a:spLocks noGrp="1"/>
          </p:cNvSpPr>
          <p:nvPr>
            <p:ph type="body" hasCustomPrompt="1"/>
          </p:nvPr>
        </p:nvSpPr>
        <p:spPr>
          <a:xfrm>
            <a:off x="658224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
        <p:nvSpPr>
          <p:cNvPr id="800" name="PlaceHolder 8"/>
          <p:cNvSpPr>
            <a:spLocks noGrp="1"/>
          </p:cNvSpPr>
          <p:nvPr>
            <p:ph type="body"/>
          </p:nvPr>
        </p:nvSpPr>
        <p:spPr>
          <a:xfrm>
            <a:off x="9590400" y="2526120"/>
            <a:ext cx="1875600" cy="30510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01" name="PlaceHolder 9"/>
          <p:cNvSpPr>
            <a:spLocks noGrp="1"/>
          </p:cNvSpPr>
          <p:nvPr>
            <p:ph type="body" hasCustomPrompt="1"/>
          </p:nvPr>
        </p:nvSpPr>
        <p:spPr>
          <a:xfrm>
            <a:off x="9590400" y="996840"/>
            <a:ext cx="1875600" cy="1490400"/>
          </a:xfrm>
          <a:prstGeom prst="rect">
            <a:avLst/>
          </a:prstGeom>
          <a:noFill/>
          <a:ln w="0">
            <a:noFill/>
          </a:ln>
        </p:spPr>
        <p:txBody>
          <a:bodyPr lIns="91440" tIns="45720" rIns="91440" bIns="45720" anchor="b">
            <a:noAutofit/>
          </a:bodyPr>
          <a:lstStyle>
            <a:lvl1pPr indent="0" algn="ctr" defTabSz="914400">
              <a:lnSpc>
                <a:spcPct val="100000"/>
              </a:lnSpc>
              <a:spcBef>
                <a:spcPts val="1001"/>
              </a:spcBef>
              <a:buNone/>
              <a:tabLst>
                <a:tab pos="0" algn="l"/>
              </a:tabLst>
              <a:defRPr lang="fr-FR" sz="2000" b="0" u="none" strike="noStrike">
                <a:solidFill>
                  <a:schemeClr val="dk2"/>
                </a:solidFill>
                <a:effectLst/>
                <a:uFillTx/>
                <a:latin typeface="Roboto Black"/>
                <a:ea typeface="Roboto Black"/>
              </a:defRPr>
            </a:lvl1pPr>
          </a:lstStyle>
          <a:p>
            <a:pPr indent="0" algn="ctr" defTabSz="914400">
              <a:lnSpc>
                <a:spcPct val="100000"/>
              </a:lnSpc>
              <a:spcBef>
                <a:spcPts val="1001"/>
              </a:spcBef>
              <a:buNone/>
              <a:tabLst>
                <a:tab pos="0" algn="l"/>
              </a:tabLst>
            </a:pPr>
            <a:r>
              <a:rPr lang="fr-FR" sz="2000" b="0" u="none" strike="noStrike">
                <a:solidFill>
                  <a:schemeClr val="dk2"/>
                </a:solidFill>
                <a:effectLst/>
                <a:uFillTx/>
                <a:latin typeface="Roboto Black"/>
                <a:ea typeface="Roboto Black"/>
              </a:rPr>
              <a:t>Modifiez le titre</a:t>
            </a:r>
            <a:endParaRPr lang="fr-FR" sz="2000" b="0" u="none" strike="noStrike">
              <a:solidFill>
                <a:schemeClr val="dk2"/>
              </a:solidFill>
              <a:effectLst/>
              <a:uFillTx/>
              <a:latin typeface="Roboto Black"/>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pic>
        <p:nvPicPr>
          <p:cNvPr id="802" name="Image 6"/>
          <p:cNvPicPr/>
          <p:nvPr/>
        </p:nvPicPr>
        <p:blipFill>
          <a:blip r:embed="rId2"/>
          <a:srcRect l="0" t="9549" r="0" b="9549"/>
          <a:stretch/>
        </p:blipFill>
        <p:spPr>
          <a:xfrm>
            <a:off x="2668320" y="6262920"/>
            <a:ext cx="9523080" cy="601200"/>
          </a:xfrm>
          <a:prstGeom prst="rect">
            <a:avLst/>
          </a:prstGeom>
          <a:noFill/>
          <a:ln w="0">
            <a:noFill/>
          </a:ln>
        </p:spPr>
      </p:pic>
      <p:sp>
        <p:nvSpPr>
          <p:cNvPr id="80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804" name="Image 10"/>
          <p:cNvPicPr/>
          <p:nvPr/>
        </p:nvPicPr>
        <p:blipFill>
          <a:blip r:embed="rId3"/>
          <a:stretch/>
        </p:blipFill>
        <p:spPr>
          <a:xfrm>
            <a:off x="756720" y="6449760"/>
            <a:ext cx="908280" cy="238680"/>
          </a:xfrm>
          <a:prstGeom prst="rect">
            <a:avLst/>
          </a:prstGeom>
          <a:noFill/>
          <a:ln w="0">
            <a:noFill/>
          </a:ln>
        </p:spPr>
      </p:pic>
      <p:cxnSp>
        <p:nvCxnSpPr>
          <p:cNvPr id="805" name="Connecteur droit 11"/>
          <p:cNvCxnSpPr/>
          <p:nvPr/>
        </p:nvCxnSpPr>
        <p:spPr>
          <a:xfrm>
            <a:off x="0" y="145440"/>
            <a:ext cx="12192480" cy="720"/>
          </a:xfrm>
          <a:prstGeom prst="straightConnector1">
            <a:avLst/>
          </a:prstGeom>
          <a:ln w="0">
            <a:solidFill>
              <a:srgbClr val="E7E6E6"/>
            </a:solidFill>
          </a:ln>
        </p:spPr>
      </p:cxnSp>
      <p:cxnSp>
        <p:nvCxnSpPr>
          <p:cNvPr id="806" name="Connecteur droit 12"/>
          <p:cNvCxnSpPr/>
          <p:nvPr/>
        </p:nvCxnSpPr>
        <p:spPr>
          <a:xfrm>
            <a:off x="12033360" y="-6480"/>
            <a:ext cx="720" cy="6851520"/>
          </a:xfrm>
          <a:prstGeom prst="straightConnector1">
            <a:avLst/>
          </a:prstGeom>
          <a:ln w="0">
            <a:solidFill>
              <a:srgbClr val="E7E6E6"/>
            </a:solidFill>
          </a:ln>
        </p:spPr>
      </p:cxnSp>
      <p:cxnSp>
        <p:nvCxnSpPr>
          <p:cNvPr id="807" name="Connecteur droit 13"/>
          <p:cNvCxnSpPr/>
          <p:nvPr/>
        </p:nvCxnSpPr>
        <p:spPr>
          <a:xfrm>
            <a:off x="2668320" y="6255720"/>
            <a:ext cx="720" cy="596160"/>
          </a:xfrm>
          <a:prstGeom prst="straightConnector1">
            <a:avLst/>
          </a:prstGeom>
          <a:ln w="0">
            <a:solidFill>
              <a:srgbClr val="E7E6E6"/>
            </a:solidFill>
          </a:ln>
        </p:spPr>
      </p:cxnSp>
      <p:sp>
        <p:nvSpPr>
          <p:cNvPr id="80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A3DBF195-2162-4591-8505-F95324E7569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809" name="Connecteur droit 15"/>
          <p:cNvCxnSpPr/>
          <p:nvPr/>
        </p:nvCxnSpPr>
        <p:spPr>
          <a:xfrm>
            <a:off x="0" y="6254640"/>
            <a:ext cx="12192480" cy="720"/>
          </a:xfrm>
          <a:prstGeom prst="straightConnector1">
            <a:avLst/>
          </a:prstGeom>
          <a:ln w="0">
            <a:solidFill>
              <a:srgbClr val="FFFFFF"/>
            </a:solidFill>
          </a:ln>
        </p:spPr>
      </p:cxnSp>
      <p:sp>
        <p:nvSpPr>
          <p:cNvPr id="810" name="PlaceHolder 1"/>
          <p:cNvSpPr>
            <a:spLocks noGrp="1"/>
          </p:cNvSpPr>
          <p:nvPr>
            <p:ph type="ftr" idx="57"/>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811" name="Connecteur droit 3"/>
          <p:cNvCxnSpPr/>
          <p:nvPr/>
        </p:nvCxnSpPr>
        <p:spPr>
          <a:xfrm>
            <a:off x="0" y="3201840"/>
            <a:ext cx="12192480" cy="720"/>
          </a:xfrm>
          <a:prstGeom prst="straightConnector1">
            <a:avLst/>
          </a:prstGeom>
          <a:ln w="0">
            <a:solidFill>
              <a:srgbClr val="E7E6E6"/>
            </a:solidFill>
          </a:ln>
        </p:spPr>
      </p:cxnSp>
      <p:cxnSp>
        <p:nvCxnSpPr>
          <p:cNvPr id="812" name="Connecteur droit 4"/>
          <p:cNvCxnSpPr/>
          <p:nvPr/>
        </p:nvCxnSpPr>
        <p:spPr>
          <a:xfrm>
            <a:off x="4011120" y="0"/>
            <a:ext cx="720" cy="6258960"/>
          </a:xfrm>
          <a:prstGeom prst="straightConnector1">
            <a:avLst/>
          </a:prstGeom>
          <a:ln w="0">
            <a:solidFill>
              <a:srgbClr val="E7E6E6"/>
            </a:solidFill>
          </a:ln>
        </p:spPr>
      </p:cxnSp>
      <p:cxnSp>
        <p:nvCxnSpPr>
          <p:cNvPr id="813" name="Connecteur droit 5"/>
          <p:cNvCxnSpPr/>
          <p:nvPr/>
        </p:nvCxnSpPr>
        <p:spPr>
          <a:xfrm>
            <a:off x="8022600" y="-13320"/>
            <a:ext cx="720" cy="6258960"/>
          </a:xfrm>
          <a:prstGeom prst="straightConnector1">
            <a:avLst/>
          </a:prstGeom>
          <a:ln w="0">
            <a:solidFill>
              <a:srgbClr val="E7E6E6"/>
            </a:solidFill>
          </a:ln>
        </p:spPr>
      </p:cxnSp>
      <p:sp>
        <p:nvSpPr>
          <p:cNvPr id="814" name="PlaceHolder 2"/>
          <p:cNvSpPr>
            <a:spLocks noGrp="1"/>
          </p:cNvSpPr>
          <p:nvPr>
            <p:ph type="body"/>
          </p:nvPr>
        </p:nvSpPr>
        <p:spPr>
          <a:xfrm>
            <a:off x="1924200" y="170100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15" name="PlaceHolder 3"/>
          <p:cNvSpPr>
            <a:spLocks noGrp="1"/>
          </p:cNvSpPr>
          <p:nvPr>
            <p:ph type="body"/>
          </p:nvPr>
        </p:nvSpPr>
        <p:spPr>
          <a:xfrm>
            <a:off x="42264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16" name="PlaceHolder 4"/>
          <p:cNvSpPr>
            <a:spLocks noGrp="1"/>
          </p:cNvSpPr>
          <p:nvPr>
            <p:ph type="body" hasCustomPrompt="1"/>
          </p:nvPr>
        </p:nvSpPr>
        <p:spPr>
          <a:xfrm>
            <a:off x="192420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17" name="PlaceHolder 5"/>
          <p:cNvSpPr>
            <a:spLocks noGrp="1"/>
          </p:cNvSpPr>
          <p:nvPr>
            <p:ph type="body"/>
          </p:nvPr>
        </p:nvSpPr>
        <p:spPr>
          <a:xfrm>
            <a:off x="5940360" y="170100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18" name="PlaceHolder 6"/>
          <p:cNvSpPr>
            <a:spLocks noGrp="1"/>
          </p:cNvSpPr>
          <p:nvPr>
            <p:ph type="body"/>
          </p:nvPr>
        </p:nvSpPr>
        <p:spPr>
          <a:xfrm>
            <a:off x="443880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19" name="PlaceHolder 7"/>
          <p:cNvSpPr>
            <a:spLocks noGrp="1"/>
          </p:cNvSpPr>
          <p:nvPr>
            <p:ph type="body" hasCustomPrompt="1"/>
          </p:nvPr>
        </p:nvSpPr>
        <p:spPr>
          <a:xfrm>
            <a:off x="594036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20" name="PlaceHolder 8"/>
          <p:cNvSpPr>
            <a:spLocks noGrp="1"/>
          </p:cNvSpPr>
          <p:nvPr>
            <p:ph type="body"/>
          </p:nvPr>
        </p:nvSpPr>
        <p:spPr>
          <a:xfrm>
            <a:off x="9951840" y="170100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21" name="PlaceHolder 9"/>
          <p:cNvSpPr>
            <a:spLocks noGrp="1"/>
          </p:cNvSpPr>
          <p:nvPr>
            <p:ph type="body"/>
          </p:nvPr>
        </p:nvSpPr>
        <p:spPr>
          <a:xfrm>
            <a:off x="8450280" y="58068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22" name="PlaceHolder 10"/>
          <p:cNvSpPr>
            <a:spLocks noGrp="1"/>
          </p:cNvSpPr>
          <p:nvPr>
            <p:ph type="body" hasCustomPrompt="1"/>
          </p:nvPr>
        </p:nvSpPr>
        <p:spPr>
          <a:xfrm>
            <a:off x="9951840" y="58068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23" name="PlaceHolder 11"/>
          <p:cNvSpPr>
            <a:spLocks noGrp="1"/>
          </p:cNvSpPr>
          <p:nvPr>
            <p:ph type="body"/>
          </p:nvPr>
        </p:nvSpPr>
        <p:spPr>
          <a:xfrm>
            <a:off x="1924200" y="477576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24" name="PlaceHolder 12"/>
          <p:cNvSpPr>
            <a:spLocks noGrp="1"/>
          </p:cNvSpPr>
          <p:nvPr>
            <p:ph type="body"/>
          </p:nvPr>
        </p:nvSpPr>
        <p:spPr>
          <a:xfrm>
            <a:off x="42264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25" name="PlaceHolder 13"/>
          <p:cNvSpPr>
            <a:spLocks noGrp="1"/>
          </p:cNvSpPr>
          <p:nvPr>
            <p:ph type="body" hasCustomPrompt="1"/>
          </p:nvPr>
        </p:nvSpPr>
        <p:spPr>
          <a:xfrm>
            <a:off x="192420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26" name="PlaceHolder 14"/>
          <p:cNvSpPr>
            <a:spLocks noGrp="1"/>
          </p:cNvSpPr>
          <p:nvPr>
            <p:ph type="body"/>
          </p:nvPr>
        </p:nvSpPr>
        <p:spPr>
          <a:xfrm>
            <a:off x="5940360" y="477576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27" name="PlaceHolder 15"/>
          <p:cNvSpPr>
            <a:spLocks noGrp="1"/>
          </p:cNvSpPr>
          <p:nvPr>
            <p:ph type="body"/>
          </p:nvPr>
        </p:nvSpPr>
        <p:spPr>
          <a:xfrm>
            <a:off x="443880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28" name="PlaceHolder 16"/>
          <p:cNvSpPr>
            <a:spLocks noGrp="1"/>
          </p:cNvSpPr>
          <p:nvPr>
            <p:ph type="body" hasCustomPrompt="1"/>
          </p:nvPr>
        </p:nvSpPr>
        <p:spPr>
          <a:xfrm>
            <a:off x="594036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29" name="PlaceHolder 17"/>
          <p:cNvSpPr>
            <a:spLocks noGrp="1"/>
          </p:cNvSpPr>
          <p:nvPr>
            <p:ph type="body"/>
          </p:nvPr>
        </p:nvSpPr>
        <p:spPr>
          <a:xfrm>
            <a:off x="9951840" y="4775760"/>
            <a:ext cx="1653840" cy="101520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30" name="PlaceHolder 18"/>
          <p:cNvSpPr>
            <a:spLocks noGrp="1"/>
          </p:cNvSpPr>
          <p:nvPr>
            <p:ph type="body"/>
          </p:nvPr>
        </p:nvSpPr>
        <p:spPr>
          <a:xfrm>
            <a:off x="8450280" y="3655440"/>
            <a:ext cx="1422000" cy="2135520"/>
          </a:xfrm>
          <a:prstGeom prst="rect">
            <a:avLst/>
          </a:prstGeom>
          <a:noFill/>
          <a:ln w="0">
            <a:noFill/>
          </a:ln>
        </p:spPr>
        <p:txBody>
          <a:bodyPr lIns="90000" tIns="45000" rIns="90000" bIns="45000" anchor="t">
            <a:noAutofit/>
          </a:bodyPr>
          <a:lstStyle>
            <a:lvl1pPr indent="0" algn="l" defTabSz="914400">
              <a:lnSpc>
                <a:spcPct val="100000"/>
              </a:lnSpc>
              <a:spcBef>
                <a:spcPts val="1001"/>
              </a:spcBef>
              <a:buNone/>
              <a:tabLst>
                <a:tab pos="0" algn="l"/>
              </a:tabLst>
              <a:defRPr lang="fr-FR" sz="1800" b="0" u="none" strike="noStrike">
                <a:solidFill>
                  <a:schemeClr val="dk2"/>
                </a:solidFill>
                <a:effectLst/>
                <a:uFillTx/>
                <a:latin typeface="Roboto Black"/>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100000"/>
              </a:lnSpc>
              <a:spcBef>
                <a:spcPts val="1001"/>
              </a:spcBef>
              <a:buNone/>
              <a:tabLst>
                <a:tab pos="0" algn="l"/>
              </a:tabLst>
            </a:pPr>
            <a:r>
              <a:rPr lang="fr-FR" sz="1800" b="0" u="none" strike="noStrike">
                <a:solidFill>
                  <a:schemeClr val="dk2"/>
                </a:solidFill>
                <a:effectLst/>
                <a:uFillTx/>
                <a:latin typeface="Roboto Black"/>
              </a:rPr>
              <a:t>Click to edit the outline text format</a:t>
            </a:r>
            <a:endParaRPr lang="fr-FR" sz="1800" b="0" u="none" strike="noStrike">
              <a:solidFill>
                <a:schemeClr val="dk2"/>
              </a:solidFill>
              <a:effectLst/>
              <a:uFillTx/>
              <a:latin typeface="Roboto Black"/>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31" name="PlaceHolder 19"/>
          <p:cNvSpPr>
            <a:spLocks noGrp="1"/>
          </p:cNvSpPr>
          <p:nvPr>
            <p:ph type="body" hasCustomPrompt="1"/>
          </p:nvPr>
        </p:nvSpPr>
        <p:spPr>
          <a:xfrm>
            <a:off x="9951840" y="3655440"/>
            <a:ext cx="16538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FFFFFF"/>
        </a:solidFill>
      </p:bgPr>
    </p:bg>
    <p:spTree>
      <p:nvGrpSpPr>
        <p:cNvPr id="1" name=""/>
        <p:cNvGrpSpPr/>
        <p:nvPr/>
      </p:nvGrpSpPr>
      <p:grpSpPr>
        <a:xfrm>
          <a:off x="0" y="0"/>
          <a:ext cx="0" cy="0"/>
          <a:chOff x="0" y="0"/>
          <a:chExt cx="0" cy="0"/>
        </a:xfrm>
      </p:grpSpPr>
      <p:pic>
        <p:nvPicPr>
          <p:cNvPr id="832" name="Image 6"/>
          <p:cNvPicPr/>
          <p:nvPr/>
        </p:nvPicPr>
        <p:blipFill>
          <a:blip r:embed="rId2"/>
          <a:srcRect l="0" t="9549" r="0" b="9549"/>
          <a:stretch/>
        </p:blipFill>
        <p:spPr>
          <a:xfrm>
            <a:off x="2668320" y="6262920"/>
            <a:ext cx="9523080" cy="601200"/>
          </a:xfrm>
          <a:prstGeom prst="rect">
            <a:avLst/>
          </a:prstGeom>
          <a:noFill/>
          <a:ln w="0">
            <a:noFill/>
          </a:ln>
        </p:spPr>
      </p:pic>
      <p:sp>
        <p:nvSpPr>
          <p:cNvPr id="833"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834" name="Image 10"/>
          <p:cNvPicPr/>
          <p:nvPr/>
        </p:nvPicPr>
        <p:blipFill>
          <a:blip r:embed="rId3"/>
          <a:stretch/>
        </p:blipFill>
        <p:spPr>
          <a:xfrm>
            <a:off x="756720" y="6449760"/>
            <a:ext cx="908280" cy="238680"/>
          </a:xfrm>
          <a:prstGeom prst="rect">
            <a:avLst/>
          </a:prstGeom>
          <a:noFill/>
          <a:ln w="0">
            <a:noFill/>
          </a:ln>
        </p:spPr>
      </p:pic>
      <p:cxnSp>
        <p:nvCxnSpPr>
          <p:cNvPr id="835" name="Connecteur droit 11"/>
          <p:cNvCxnSpPr/>
          <p:nvPr/>
        </p:nvCxnSpPr>
        <p:spPr>
          <a:xfrm>
            <a:off x="0" y="145440"/>
            <a:ext cx="12192480" cy="720"/>
          </a:xfrm>
          <a:prstGeom prst="straightConnector1">
            <a:avLst/>
          </a:prstGeom>
          <a:ln w="0">
            <a:solidFill>
              <a:srgbClr val="E7E6E6"/>
            </a:solidFill>
          </a:ln>
        </p:spPr>
      </p:cxnSp>
      <p:cxnSp>
        <p:nvCxnSpPr>
          <p:cNvPr id="836" name="Connecteur droit 12"/>
          <p:cNvCxnSpPr/>
          <p:nvPr/>
        </p:nvCxnSpPr>
        <p:spPr>
          <a:xfrm>
            <a:off x="12033360" y="-6480"/>
            <a:ext cx="720" cy="6851520"/>
          </a:xfrm>
          <a:prstGeom prst="straightConnector1">
            <a:avLst/>
          </a:prstGeom>
          <a:ln w="0">
            <a:solidFill>
              <a:srgbClr val="E7E6E6"/>
            </a:solidFill>
          </a:ln>
        </p:spPr>
      </p:cxnSp>
      <p:cxnSp>
        <p:nvCxnSpPr>
          <p:cNvPr id="837" name="Connecteur droit 13"/>
          <p:cNvCxnSpPr/>
          <p:nvPr/>
        </p:nvCxnSpPr>
        <p:spPr>
          <a:xfrm>
            <a:off x="2668320" y="6255720"/>
            <a:ext cx="720" cy="596160"/>
          </a:xfrm>
          <a:prstGeom prst="straightConnector1">
            <a:avLst/>
          </a:prstGeom>
          <a:ln w="0">
            <a:solidFill>
              <a:srgbClr val="E7E6E6"/>
            </a:solidFill>
          </a:ln>
        </p:spPr>
      </p:cxnSp>
      <p:sp>
        <p:nvSpPr>
          <p:cNvPr id="838"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439E285B-53F8-4502-B370-57D80375F61B}"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839" name="Connecteur droit 15"/>
          <p:cNvCxnSpPr/>
          <p:nvPr/>
        </p:nvCxnSpPr>
        <p:spPr>
          <a:xfrm>
            <a:off x="0" y="6254640"/>
            <a:ext cx="12192480" cy="720"/>
          </a:xfrm>
          <a:prstGeom prst="straightConnector1">
            <a:avLst/>
          </a:prstGeom>
          <a:ln w="0">
            <a:solidFill>
              <a:srgbClr val="FFFFFF"/>
            </a:solidFill>
          </a:ln>
        </p:spPr>
      </p:cxnSp>
      <p:sp>
        <p:nvSpPr>
          <p:cNvPr id="840" name="PlaceHolder 1"/>
          <p:cNvSpPr>
            <a:spLocks noGrp="1"/>
          </p:cNvSpPr>
          <p:nvPr>
            <p:ph type="ftr" idx="58"/>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841" name="Connecteur droit 3"/>
          <p:cNvCxnSpPr/>
          <p:nvPr/>
        </p:nvCxnSpPr>
        <p:spPr>
          <a:xfrm>
            <a:off x="0" y="3201840"/>
            <a:ext cx="12192480" cy="720"/>
          </a:xfrm>
          <a:prstGeom prst="straightConnector1">
            <a:avLst/>
          </a:prstGeom>
          <a:ln w="0">
            <a:solidFill>
              <a:srgbClr val="E7E6E6"/>
            </a:solidFill>
          </a:ln>
        </p:spPr>
      </p:cxnSp>
      <p:cxnSp>
        <p:nvCxnSpPr>
          <p:cNvPr id="842" name="Connecteur droit 4"/>
          <p:cNvCxnSpPr/>
          <p:nvPr/>
        </p:nvCxnSpPr>
        <p:spPr>
          <a:xfrm>
            <a:off x="4011120" y="0"/>
            <a:ext cx="720" cy="6258960"/>
          </a:xfrm>
          <a:prstGeom prst="straightConnector1">
            <a:avLst/>
          </a:prstGeom>
          <a:ln w="0">
            <a:solidFill>
              <a:srgbClr val="E7E6E6"/>
            </a:solidFill>
          </a:ln>
        </p:spPr>
      </p:cxnSp>
      <p:cxnSp>
        <p:nvCxnSpPr>
          <p:cNvPr id="843" name="Connecteur droit 5"/>
          <p:cNvCxnSpPr/>
          <p:nvPr/>
        </p:nvCxnSpPr>
        <p:spPr>
          <a:xfrm>
            <a:off x="8022600" y="-13320"/>
            <a:ext cx="720" cy="6258960"/>
          </a:xfrm>
          <a:prstGeom prst="straightConnector1">
            <a:avLst/>
          </a:prstGeom>
          <a:ln w="0">
            <a:solidFill>
              <a:srgbClr val="E7E6E6"/>
            </a:solidFill>
          </a:ln>
        </p:spPr>
      </p:cxnSp>
      <p:sp>
        <p:nvSpPr>
          <p:cNvPr id="844" name="PlaceHolder 2"/>
          <p:cNvSpPr>
            <a:spLocks noGrp="1"/>
          </p:cNvSpPr>
          <p:nvPr>
            <p:ph type="body" hasCustomPrompt="1"/>
          </p:nvPr>
        </p:nvSpPr>
        <p:spPr>
          <a:xfrm>
            <a:off x="422640" y="178884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45" name="PlaceHolder 3"/>
          <p:cNvSpPr>
            <a:spLocks noGrp="1"/>
          </p:cNvSpPr>
          <p:nvPr>
            <p:ph type="body" hasCustomPrompt="1"/>
          </p:nvPr>
        </p:nvSpPr>
        <p:spPr>
          <a:xfrm>
            <a:off x="422640" y="58068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46" name="PlaceHolder 4"/>
          <p:cNvSpPr>
            <a:spLocks noGrp="1"/>
          </p:cNvSpPr>
          <p:nvPr>
            <p:ph type="body" hasCustomPrompt="1"/>
          </p:nvPr>
        </p:nvSpPr>
        <p:spPr>
          <a:xfrm>
            <a:off x="4438800" y="178884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47" name="PlaceHolder 5"/>
          <p:cNvSpPr>
            <a:spLocks noGrp="1"/>
          </p:cNvSpPr>
          <p:nvPr>
            <p:ph type="body" hasCustomPrompt="1"/>
          </p:nvPr>
        </p:nvSpPr>
        <p:spPr>
          <a:xfrm>
            <a:off x="4438800" y="58068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48" name="PlaceHolder 6"/>
          <p:cNvSpPr>
            <a:spLocks noGrp="1"/>
          </p:cNvSpPr>
          <p:nvPr>
            <p:ph type="body" hasCustomPrompt="1"/>
          </p:nvPr>
        </p:nvSpPr>
        <p:spPr>
          <a:xfrm>
            <a:off x="8450280" y="179496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49" name="PlaceHolder 7"/>
          <p:cNvSpPr>
            <a:spLocks noGrp="1"/>
          </p:cNvSpPr>
          <p:nvPr>
            <p:ph type="body" hasCustomPrompt="1"/>
          </p:nvPr>
        </p:nvSpPr>
        <p:spPr>
          <a:xfrm>
            <a:off x="8450280" y="5868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50" name="PlaceHolder 8"/>
          <p:cNvSpPr>
            <a:spLocks noGrp="1"/>
          </p:cNvSpPr>
          <p:nvPr>
            <p:ph type="body" hasCustomPrompt="1"/>
          </p:nvPr>
        </p:nvSpPr>
        <p:spPr>
          <a:xfrm>
            <a:off x="422640" y="488916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51" name="PlaceHolder 9"/>
          <p:cNvSpPr>
            <a:spLocks noGrp="1"/>
          </p:cNvSpPr>
          <p:nvPr>
            <p:ph type="body" hasCustomPrompt="1"/>
          </p:nvPr>
        </p:nvSpPr>
        <p:spPr>
          <a:xfrm>
            <a:off x="422640" y="36810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52" name="PlaceHolder 10"/>
          <p:cNvSpPr>
            <a:spLocks noGrp="1"/>
          </p:cNvSpPr>
          <p:nvPr>
            <p:ph type="body" hasCustomPrompt="1"/>
          </p:nvPr>
        </p:nvSpPr>
        <p:spPr>
          <a:xfrm>
            <a:off x="4438800" y="488916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53" name="PlaceHolder 11"/>
          <p:cNvSpPr>
            <a:spLocks noGrp="1"/>
          </p:cNvSpPr>
          <p:nvPr>
            <p:ph type="body" hasCustomPrompt="1"/>
          </p:nvPr>
        </p:nvSpPr>
        <p:spPr>
          <a:xfrm>
            <a:off x="4438800" y="368100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
        <p:nvSpPr>
          <p:cNvPr id="854" name="PlaceHolder 12"/>
          <p:cNvSpPr>
            <a:spLocks noGrp="1"/>
          </p:cNvSpPr>
          <p:nvPr>
            <p:ph type="body" hasCustomPrompt="1"/>
          </p:nvPr>
        </p:nvSpPr>
        <p:spPr>
          <a:xfrm>
            <a:off x="8450280" y="4895280"/>
            <a:ext cx="3155400" cy="92772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 </a:t>
            </a:r>
            <a:endParaRPr lang="fr-FR" sz="1400" b="0" u="none" strike="noStrike">
              <a:solidFill>
                <a:schemeClr val="dk2"/>
              </a:solidFill>
              <a:effectLst/>
              <a:uFillTx/>
              <a:latin typeface="Roboto Black"/>
            </a:endParaRPr>
          </a:p>
        </p:txBody>
      </p:sp>
      <p:sp>
        <p:nvSpPr>
          <p:cNvPr id="855" name="PlaceHolder 13"/>
          <p:cNvSpPr>
            <a:spLocks noGrp="1"/>
          </p:cNvSpPr>
          <p:nvPr>
            <p:ph type="body" hasCustomPrompt="1"/>
          </p:nvPr>
        </p:nvSpPr>
        <p:spPr>
          <a:xfrm>
            <a:off x="8450280" y="3687120"/>
            <a:ext cx="315540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4800" b="0" u="none" strike="noStrike">
                <a:solidFill>
                  <a:schemeClr val="dk2"/>
                </a:solidFill>
                <a:effectLst/>
                <a:uFillTx/>
                <a:latin typeface="Roboto Black"/>
                <a:ea typeface="Roboto Black"/>
              </a:defRPr>
            </a:lvl1pPr>
          </a:lstStyle>
          <a:p>
            <a:pPr indent="0" algn="l" defTabSz="914400">
              <a:lnSpc>
                <a:spcPct val="100000"/>
              </a:lnSpc>
              <a:spcBef>
                <a:spcPts val="1001"/>
              </a:spcBef>
              <a:buNone/>
              <a:tabLst>
                <a:tab pos="0" algn="l"/>
              </a:tabLst>
            </a:pPr>
            <a:r>
              <a:rPr lang="fr-FR" sz="4800" b="0" u="none" strike="noStrike">
                <a:solidFill>
                  <a:schemeClr val="dk2"/>
                </a:solidFill>
                <a:effectLst/>
                <a:uFillTx/>
                <a:latin typeface="Roboto Black"/>
                <a:ea typeface="Roboto Black"/>
              </a:rPr>
              <a:t>01</a:t>
            </a:r>
            <a:endParaRPr lang="fr-FR" sz="4800" b="0" u="none" strike="noStrike">
              <a:solidFill>
                <a:schemeClr val="dk2"/>
              </a:solidFill>
              <a:effectLst/>
              <a:uFillTx/>
              <a:latin typeface="Roboto Black"/>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FFFFFF"/>
        </a:solidFill>
      </p:bgPr>
    </p:bg>
    <p:spTree>
      <p:nvGrpSpPr>
        <p:cNvPr id="1" name=""/>
        <p:cNvGrpSpPr/>
        <p:nvPr/>
      </p:nvGrpSpPr>
      <p:grpSpPr>
        <a:xfrm>
          <a:off x="0" y="0"/>
          <a:ext cx="0" cy="0"/>
          <a:chOff x="0" y="0"/>
          <a:chExt cx="0" cy="0"/>
        </a:xfrm>
      </p:grpSpPr>
      <p:pic>
        <p:nvPicPr>
          <p:cNvPr id="856" name="Image 6"/>
          <p:cNvPicPr/>
          <p:nvPr/>
        </p:nvPicPr>
        <p:blipFill>
          <a:blip r:embed="rId2"/>
          <a:srcRect l="0" t="9549" r="0" b="9549"/>
          <a:stretch/>
        </p:blipFill>
        <p:spPr>
          <a:xfrm>
            <a:off x="2668320" y="6262920"/>
            <a:ext cx="9523080" cy="601200"/>
          </a:xfrm>
          <a:prstGeom prst="rect">
            <a:avLst/>
          </a:prstGeom>
          <a:noFill/>
          <a:ln w="0">
            <a:noFill/>
          </a:ln>
        </p:spPr>
      </p:pic>
      <p:sp>
        <p:nvSpPr>
          <p:cNvPr id="857"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858" name="Image 10"/>
          <p:cNvPicPr/>
          <p:nvPr/>
        </p:nvPicPr>
        <p:blipFill>
          <a:blip r:embed="rId3"/>
          <a:stretch/>
        </p:blipFill>
        <p:spPr>
          <a:xfrm>
            <a:off x="756720" y="6449760"/>
            <a:ext cx="908280" cy="238680"/>
          </a:xfrm>
          <a:prstGeom prst="rect">
            <a:avLst/>
          </a:prstGeom>
          <a:noFill/>
          <a:ln w="0">
            <a:noFill/>
          </a:ln>
        </p:spPr>
      </p:pic>
      <p:cxnSp>
        <p:nvCxnSpPr>
          <p:cNvPr id="859" name="Connecteur droit 11"/>
          <p:cNvCxnSpPr/>
          <p:nvPr/>
        </p:nvCxnSpPr>
        <p:spPr>
          <a:xfrm>
            <a:off x="0" y="145440"/>
            <a:ext cx="12192480" cy="720"/>
          </a:xfrm>
          <a:prstGeom prst="straightConnector1">
            <a:avLst/>
          </a:prstGeom>
          <a:ln w="0">
            <a:solidFill>
              <a:srgbClr val="E7E6E6"/>
            </a:solidFill>
          </a:ln>
        </p:spPr>
      </p:cxnSp>
      <p:cxnSp>
        <p:nvCxnSpPr>
          <p:cNvPr id="860" name="Connecteur droit 12"/>
          <p:cNvCxnSpPr/>
          <p:nvPr/>
        </p:nvCxnSpPr>
        <p:spPr>
          <a:xfrm>
            <a:off x="12033360" y="-6480"/>
            <a:ext cx="720" cy="6851520"/>
          </a:xfrm>
          <a:prstGeom prst="straightConnector1">
            <a:avLst/>
          </a:prstGeom>
          <a:ln w="0">
            <a:solidFill>
              <a:srgbClr val="E7E6E6"/>
            </a:solidFill>
          </a:ln>
        </p:spPr>
      </p:cxnSp>
      <p:cxnSp>
        <p:nvCxnSpPr>
          <p:cNvPr id="861" name="Connecteur droit 13"/>
          <p:cNvCxnSpPr/>
          <p:nvPr/>
        </p:nvCxnSpPr>
        <p:spPr>
          <a:xfrm>
            <a:off x="2668320" y="6255720"/>
            <a:ext cx="720" cy="596160"/>
          </a:xfrm>
          <a:prstGeom prst="straightConnector1">
            <a:avLst/>
          </a:prstGeom>
          <a:ln w="0">
            <a:solidFill>
              <a:srgbClr val="E7E6E6"/>
            </a:solidFill>
          </a:ln>
        </p:spPr>
      </p:cxnSp>
      <p:sp>
        <p:nvSpPr>
          <p:cNvPr id="862"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11EF73FA-95A6-4DBE-858A-E330076C81C4}"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863" name="Connecteur droit 15"/>
          <p:cNvCxnSpPr/>
          <p:nvPr/>
        </p:nvCxnSpPr>
        <p:spPr>
          <a:xfrm>
            <a:off x="0" y="6254640"/>
            <a:ext cx="12192480" cy="720"/>
          </a:xfrm>
          <a:prstGeom prst="straightConnector1">
            <a:avLst/>
          </a:prstGeom>
          <a:ln w="0">
            <a:solidFill>
              <a:srgbClr val="FFFFFF"/>
            </a:solidFill>
          </a:ln>
        </p:spPr>
      </p:cxnSp>
      <p:sp>
        <p:nvSpPr>
          <p:cNvPr id="864" name="PlaceHolder 1"/>
          <p:cNvSpPr>
            <a:spLocks noGrp="1"/>
          </p:cNvSpPr>
          <p:nvPr>
            <p:ph type="ftr" idx="59"/>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865" name="Connecteur droit 3"/>
          <p:cNvCxnSpPr/>
          <p:nvPr/>
        </p:nvCxnSpPr>
        <p:spPr>
          <a:xfrm>
            <a:off x="3008160" y="0"/>
            <a:ext cx="720" cy="6258960"/>
          </a:xfrm>
          <a:prstGeom prst="straightConnector1">
            <a:avLst/>
          </a:prstGeom>
          <a:ln w="0">
            <a:solidFill>
              <a:srgbClr val="E7E6E6"/>
            </a:solidFill>
          </a:ln>
        </p:spPr>
      </p:cxnSp>
      <p:cxnSp>
        <p:nvCxnSpPr>
          <p:cNvPr id="866" name="Connecteur droit 4"/>
          <p:cNvCxnSpPr/>
          <p:nvPr/>
        </p:nvCxnSpPr>
        <p:spPr>
          <a:xfrm>
            <a:off x="6016320" y="0"/>
            <a:ext cx="720" cy="6258960"/>
          </a:xfrm>
          <a:prstGeom prst="straightConnector1">
            <a:avLst/>
          </a:prstGeom>
          <a:ln w="0">
            <a:solidFill>
              <a:srgbClr val="E7E6E6"/>
            </a:solidFill>
          </a:ln>
        </p:spPr>
      </p:cxnSp>
      <p:cxnSp>
        <p:nvCxnSpPr>
          <p:cNvPr id="867" name="Connecteur droit 5"/>
          <p:cNvCxnSpPr/>
          <p:nvPr/>
        </p:nvCxnSpPr>
        <p:spPr>
          <a:xfrm>
            <a:off x="9024480" y="0"/>
            <a:ext cx="720" cy="6258960"/>
          </a:xfrm>
          <a:prstGeom prst="straightConnector1">
            <a:avLst/>
          </a:prstGeom>
          <a:ln w="0">
            <a:solidFill>
              <a:srgbClr val="E7E6E6"/>
            </a:solidFill>
          </a:ln>
        </p:spPr>
      </p:cxnSp>
      <p:cxnSp>
        <p:nvCxnSpPr>
          <p:cNvPr id="868" name="Connecteur droit 6"/>
          <p:cNvCxnSpPr/>
          <p:nvPr/>
        </p:nvCxnSpPr>
        <p:spPr>
          <a:xfrm>
            <a:off x="0" y="3201840"/>
            <a:ext cx="12192480" cy="720"/>
          </a:xfrm>
          <a:prstGeom prst="straightConnector1">
            <a:avLst/>
          </a:prstGeom>
          <a:ln w="0">
            <a:solidFill>
              <a:srgbClr val="E7E6E6"/>
            </a:solidFill>
          </a:ln>
        </p:spPr>
      </p:cxnSp>
      <p:sp>
        <p:nvSpPr>
          <p:cNvPr id="869" name="PlaceHolder 2"/>
          <p:cNvSpPr>
            <a:spLocks noGrp="1"/>
          </p:cNvSpPr>
          <p:nvPr>
            <p:ph type="body"/>
          </p:nvPr>
        </p:nvSpPr>
        <p:spPr>
          <a:xfrm>
            <a:off x="40968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70" name="PlaceHolder 3"/>
          <p:cNvSpPr>
            <a:spLocks noGrp="1"/>
          </p:cNvSpPr>
          <p:nvPr>
            <p:ph type="body"/>
          </p:nvPr>
        </p:nvSpPr>
        <p:spPr>
          <a:xfrm>
            <a:off x="409680" y="5806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71" name="PlaceHolder 4"/>
          <p:cNvSpPr>
            <a:spLocks noGrp="1"/>
          </p:cNvSpPr>
          <p:nvPr>
            <p:ph type="body"/>
          </p:nvPr>
        </p:nvSpPr>
        <p:spPr>
          <a:xfrm>
            <a:off x="341784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72" name="PlaceHolder 5"/>
          <p:cNvSpPr>
            <a:spLocks noGrp="1"/>
          </p:cNvSpPr>
          <p:nvPr>
            <p:ph type="body"/>
          </p:nvPr>
        </p:nvSpPr>
        <p:spPr>
          <a:xfrm>
            <a:off x="3417840" y="5806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73" name="PlaceHolder 6"/>
          <p:cNvSpPr>
            <a:spLocks noGrp="1"/>
          </p:cNvSpPr>
          <p:nvPr>
            <p:ph type="body"/>
          </p:nvPr>
        </p:nvSpPr>
        <p:spPr>
          <a:xfrm>
            <a:off x="642600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74" name="PlaceHolder 7"/>
          <p:cNvSpPr>
            <a:spLocks noGrp="1"/>
          </p:cNvSpPr>
          <p:nvPr>
            <p:ph type="body"/>
          </p:nvPr>
        </p:nvSpPr>
        <p:spPr>
          <a:xfrm>
            <a:off x="6426000" y="5806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75" name="PlaceHolder 8"/>
          <p:cNvSpPr>
            <a:spLocks noGrp="1"/>
          </p:cNvSpPr>
          <p:nvPr>
            <p:ph type="body"/>
          </p:nvPr>
        </p:nvSpPr>
        <p:spPr>
          <a:xfrm>
            <a:off x="943416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76" name="PlaceHolder 9"/>
          <p:cNvSpPr>
            <a:spLocks noGrp="1"/>
          </p:cNvSpPr>
          <p:nvPr>
            <p:ph type="body"/>
          </p:nvPr>
        </p:nvSpPr>
        <p:spPr>
          <a:xfrm>
            <a:off x="9434160" y="5806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77" name="PlaceHolder 10"/>
          <p:cNvSpPr>
            <a:spLocks noGrp="1"/>
          </p:cNvSpPr>
          <p:nvPr>
            <p:ph type="body"/>
          </p:nvPr>
        </p:nvSpPr>
        <p:spPr>
          <a:xfrm>
            <a:off x="424800" y="468756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78" name="PlaceHolder 11"/>
          <p:cNvSpPr>
            <a:spLocks noGrp="1"/>
          </p:cNvSpPr>
          <p:nvPr>
            <p:ph type="body"/>
          </p:nvPr>
        </p:nvSpPr>
        <p:spPr>
          <a:xfrm>
            <a:off x="424800" y="35650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79" name="PlaceHolder 12"/>
          <p:cNvSpPr>
            <a:spLocks noGrp="1"/>
          </p:cNvSpPr>
          <p:nvPr>
            <p:ph type="body"/>
          </p:nvPr>
        </p:nvSpPr>
        <p:spPr>
          <a:xfrm>
            <a:off x="3432960" y="468756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80" name="PlaceHolder 13"/>
          <p:cNvSpPr>
            <a:spLocks noGrp="1"/>
          </p:cNvSpPr>
          <p:nvPr>
            <p:ph type="body"/>
          </p:nvPr>
        </p:nvSpPr>
        <p:spPr>
          <a:xfrm>
            <a:off x="3432960" y="35650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81" name="PlaceHolder 14"/>
          <p:cNvSpPr>
            <a:spLocks noGrp="1"/>
          </p:cNvSpPr>
          <p:nvPr>
            <p:ph type="body"/>
          </p:nvPr>
        </p:nvSpPr>
        <p:spPr>
          <a:xfrm>
            <a:off x="6441120" y="468756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82" name="PlaceHolder 15"/>
          <p:cNvSpPr>
            <a:spLocks noGrp="1"/>
          </p:cNvSpPr>
          <p:nvPr>
            <p:ph type="body"/>
          </p:nvPr>
        </p:nvSpPr>
        <p:spPr>
          <a:xfrm>
            <a:off x="6441120" y="35650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883" name="PlaceHolder 16"/>
          <p:cNvSpPr>
            <a:spLocks noGrp="1"/>
          </p:cNvSpPr>
          <p:nvPr>
            <p:ph type="body"/>
          </p:nvPr>
        </p:nvSpPr>
        <p:spPr>
          <a:xfrm>
            <a:off x="9449280" y="468756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Light"/>
            </a:endParaRPr>
          </a:p>
        </p:txBody>
      </p:sp>
      <p:sp>
        <p:nvSpPr>
          <p:cNvPr id="884" name="PlaceHolder 17"/>
          <p:cNvSpPr>
            <a:spLocks noGrp="1"/>
          </p:cNvSpPr>
          <p:nvPr>
            <p:ph type="body"/>
          </p:nvPr>
        </p:nvSpPr>
        <p:spPr>
          <a:xfrm>
            <a:off x="9449280" y="3565080"/>
            <a:ext cx="1056240" cy="101196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bg>
      <p:bgPr>
        <a:solidFill>
          <a:srgbClr val="FFFFFF"/>
        </a:solidFill>
      </p:bgPr>
    </p:bg>
    <p:spTree>
      <p:nvGrpSpPr>
        <p:cNvPr id="1" name=""/>
        <p:cNvGrpSpPr/>
        <p:nvPr/>
      </p:nvGrpSpPr>
      <p:grpSpPr>
        <a:xfrm>
          <a:off x="0" y="0"/>
          <a:ext cx="0" cy="0"/>
          <a:chOff x="0" y="0"/>
          <a:chExt cx="0" cy="0"/>
        </a:xfrm>
      </p:grpSpPr>
      <p:pic>
        <p:nvPicPr>
          <p:cNvPr id="885" name="Image 6"/>
          <p:cNvPicPr/>
          <p:nvPr/>
        </p:nvPicPr>
        <p:blipFill>
          <a:blip r:embed="rId2"/>
          <a:srcRect l="0" t="9549" r="0" b="9549"/>
          <a:stretch/>
        </p:blipFill>
        <p:spPr>
          <a:xfrm>
            <a:off x="2668320" y="6262920"/>
            <a:ext cx="9523080" cy="601200"/>
          </a:xfrm>
          <a:prstGeom prst="rect">
            <a:avLst/>
          </a:prstGeom>
          <a:noFill/>
          <a:ln w="0">
            <a:noFill/>
          </a:ln>
        </p:spPr>
      </p:pic>
      <p:sp>
        <p:nvSpPr>
          <p:cNvPr id="886"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887" name="Image 10"/>
          <p:cNvPicPr/>
          <p:nvPr/>
        </p:nvPicPr>
        <p:blipFill>
          <a:blip r:embed="rId3"/>
          <a:stretch/>
        </p:blipFill>
        <p:spPr>
          <a:xfrm>
            <a:off x="756720" y="6449760"/>
            <a:ext cx="908280" cy="238680"/>
          </a:xfrm>
          <a:prstGeom prst="rect">
            <a:avLst/>
          </a:prstGeom>
          <a:noFill/>
          <a:ln w="0">
            <a:noFill/>
          </a:ln>
        </p:spPr>
      </p:pic>
      <p:cxnSp>
        <p:nvCxnSpPr>
          <p:cNvPr id="888" name="Connecteur droit 11"/>
          <p:cNvCxnSpPr/>
          <p:nvPr/>
        </p:nvCxnSpPr>
        <p:spPr>
          <a:xfrm>
            <a:off x="0" y="145440"/>
            <a:ext cx="12192480" cy="720"/>
          </a:xfrm>
          <a:prstGeom prst="straightConnector1">
            <a:avLst/>
          </a:prstGeom>
          <a:ln w="0">
            <a:solidFill>
              <a:srgbClr val="E7E6E6"/>
            </a:solidFill>
          </a:ln>
        </p:spPr>
      </p:cxnSp>
      <p:cxnSp>
        <p:nvCxnSpPr>
          <p:cNvPr id="889" name="Connecteur droit 12"/>
          <p:cNvCxnSpPr/>
          <p:nvPr/>
        </p:nvCxnSpPr>
        <p:spPr>
          <a:xfrm>
            <a:off x="12033360" y="-6480"/>
            <a:ext cx="720" cy="6851520"/>
          </a:xfrm>
          <a:prstGeom prst="straightConnector1">
            <a:avLst/>
          </a:prstGeom>
          <a:ln w="0">
            <a:solidFill>
              <a:srgbClr val="E7E6E6"/>
            </a:solidFill>
          </a:ln>
        </p:spPr>
      </p:cxnSp>
      <p:cxnSp>
        <p:nvCxnSpPr>
          <p:cNvPr id="890" name="Connecteur droit 13"/>
          <p:cNvCxnSpPr/>
          <p:nvPr/>
        </p:nvCxnSpPr>
        <p:spPr>
          <a:xfrm>
            <a:off x="2668320" y="6255720"/>
            <a:ext cx="720" cy="596160"/>
          </a:xfrm>
          <a:prstGeom prst="straightConnector1">
            <a:avLst/>
          </a:prstGeom>
          <a:ln w="0">
            <a:solidFill>
              <a:srgbClr val="E7E6E6"/>
            </a:solidFill>
          </a:ln>
        </p:spPr>
      </p:cxnSp>
      <p:sp>
        <p:nvSpPr>
          <p:cNvPr id="891"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7365CEEE-45BA-4F8D-8355-8ABC7CFFFA10}"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892" name="Connecteur droit 15"/>
          <p:cNvCxnSpPr/>
          <p:nvPr/>
        </p:nvCxnSpPr>
        <p:spPr>
          <a:xfrm>
            <a:off x="0" y="6254640"/>
            <a:ext cx="12192480" cy="720"/>
          </a:xfrm>
          <a:prstGeom prst="straightConnector1">
            <a:avLst/>
          </a:prstGeom>
          <a:ln w="0">
            <a:solidFill>
              <a:srgbClr val="FFFFFF"/>
            </a:solidFill>
          </a:ln>
        </p:spPr>
      </p:cxnSp>
      <p:sp>
        <p:nvSpPr>
          <p:cNvPr id="893" name="PlaceHolder 1"/>
          <p:cNvSpPr>
            <a:spLocks noGrp="1"/>
          </p:cNvSpPr>
          <p:nvPr>
            <p:ph type="ftr" idx="60"/>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894" name="Connecteur droit 3"/>
          <p:cNvCxnSpPr/>
          <p:nvPr/>
        </p:nvCxnSpPr>
        <p:spPr>
          <a:xfrm>
            <a:off x="3008160" y="0"/>
            <a:ext cx="720" cy="6258960"/>
          </a:xfrm>
          <a:prstGeom prst="straightConnector1">
            <a:avLst/>
          </a:prstGeom>
          <a:ln w="0">
            <a:solidFill>
              <a:srgbClr val="E7E6E6"/>
            </a:solidFill>
          </a:ln>
        </p:spPr>
      </p:cxnSp>
      <p:cxnSp>
        <p:nvCxnSpPr>
          <p:cNvPr id="895" name="Connecteur droit 4"/>
          <p:cNvCxnSpPr/>
          <p:nvPr/>
        </p:nvCxnSpPr>
        <p:spPr>
          <a:xfrm>
            <a:off x="6016320" y="0"/>
            <a:ext cx="720" cy="6258960"/>
          </a:xfrm>
          <a:prstGeom prst="straightConnector1">
            <a:avLst/>
          </a:prstGeom>
          <a:ln w="0">
            <a:solidFill>
              <a:srgbClr val="E7E6E6"/>
            </a:solidFill>
          </a:ln>
        </p:spPr>
      </p:cxnSp>
      <p:cxnSp>
        <p:nvCxnSpPr>
          <p:cNvPr id="896" name="Connecteur droit 5"/>
          <p:cNvCxnSpPr/>
          <p:nvPr/>
        </p:nvCxnSpPr>
        <p:spPr>
          <a:xfrm>
            <a:off x="9024480" y="0"/>
            <a:ext cx="720" cy="6258960"/>
          </a:xfrm>
          <a:prstGeom prst="straightConnector1">
            <a:avLst/>
          </a:prstGeom>
          <a:ln w="0">
            <a:solidFill>
              <a:srgbClr val="E7E6E6"/>
            </a:solidFill>
          </a:ln>
        </p:spPr>
      </p:cxnSp>
      <p:cxnSp>
        <p:nvCxnSpPr>
          <p:cNvPr id="897" name="Connecteur droit 6"/>
          <p:cNvCxnSpPr/>
          <p:nvPr/>
        </p:nvCxnSpPr>
        <p:spPr>
          <a:xfrm>
            <a:off x="0" y="3201840"/>
            <a:ext cx="12192480" cy="720"/>
          </a:xfrm>
          <a:prstGeom prst="straightConnector1">
            <a:avLst/>
          </a:prstGeom>
          <a:ln w="0">
            <a:solidFill>
              <a:srgbClr val="E7E6E6"/>
            </a:solidFill>
          </a:ln>
        </p:spPr>
      </p:cxnSp>
      <p:sp>
        <p:nvSpPr>
          <p:cNvPr id="898" name="PlaceHolder 2"/>
          <p:cNvSpPr>
            <a:spLocks noGrp="1"/>
          </p:cNvSpPr>
          <p:nvPr>
            <p:ph type="body"/>
          </p:nvPr>
        </p:nvSpPr>
        <p:spPr>
          <a:xfrm>
            <a:off x="40968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899" name="PlaceHolder 3"/>
          <p:cNvSpPr>
            <a:spLocks noGrp="1"/>
          </p:cNvSpPr>
          <p:nvPr>
            <p:ph type="body"/>
          </p:nvPr>
        </p:nvSpPr>
        <p:spPr>
          <a:xfrm>
            <a:off x="40968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00" name="PlaceHolder 4"/>
          <p:cNvSpPr>
            <a:spLocks noGrp="1"/>
          </p:cNvSpPr>
          <p:nvPr>
            <p:ph type="body"/>
          </p:nvPr>
        </p:nvSpPr>
        <p:spPr>
          <a:xfrm>
            <a:off x="341784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01" name="PlaceHolder 5"/>
          <p:cNvSpPr>
            <a:spLocks noGrp="1"/>
          </p:cNvSpPr>
          <p:nvPr>
            <p:ph type="body"/>
          </p:nvPr>
        </p:nvSpPr>
        <p:spPr>
          <a:xfrm>
            <a:off x="341784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02" name="PlaceHolder 6"/>
          <p:cNvSpPr>
            <a:spLocks noGrp="1"/>
          </p:cNvSpPr>
          <p:nvPr>
            <p:ph type="body"/>
          </p:nvPr>
        </p:nvSpPr>
        <p:spPr>
          <a:xfrm>
            <a:off x="642600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03" name="PlaceHolder 7"/>
          <p:cNvSpPr>
            <a:spLocks noGrp="1"/>
          </p:cNvSpPr>
          <p:nvPr>
            <p:ph type="body"/>
          </p:nvPr>
        </p:nvSpPr>
        <p:spPr>
          <a:xfrm>
            <a:off x="642600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04" name="PlaceHolder 8"/>
          <p:cNvSpPr>
            <a:spLocks noGrp="1"/>
          </p:cNvSpPr>
          <p:nvPr>
            <p:ph type="body"/>
          </p:nvPr>
        </p:nvSpPr>
        <p:spPr>
          <a:xfrm>
            <a:off x="9434160" y="170280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05" name="PlaceHolder 9"/>
          <p:cNvSpPr>
            <a:spLocks noGrp="1"/>
          </p:cNvSpPr>
          <p:nvPr>
            <p:ph type="body"/>
          </p:nvPr>
        </p:nvSpPr>
        <p:spPr>
          <a:xfrm>
            <a:off x="9434160" y="46620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06" name="PlaceHolder 10"/>
          <p:cNvSpPr>
            <a:spLocks noGrp="1"/>
          </p:cNvSpPr>
          <p:nvPr>
            <p:ph type="body"/>
          </p:nvPr>
        </p:nvSpPr>
        <p:spPr>
          <a:xfrm>
            <a:off x="409680" y="474444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07" name="PlaceHolder 11"/>
          <p:cNvSpPr>
            <a:spLocks noGrp="1"/>
          </p:cNvSpPr>
          <p:nvPr>
            <p:ph type="body"/>
          </p:nvPr>
        </p:nvSpPr>
        <p:spPr>
          <a:xfrm>
            <a:off x="40968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08" name="PlaceHolder 12"/>
          <p:cNvSpPr>
            <a:spLocks noGrp="1"/>
          </p:cNvSpPr>
          <p:nvPr>
            <p:ph type="body"/>
          </p:nvPr>
        </p:nvSpPr>
        <p:spPr>
          <a:xfrm>
            <a:off x="3417840" y="474444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09" name="PlaceHolder 13"/>
          <p:cNvSpPr>
            <a:spLocks noGrp="1"/>
          </p:cNvSpPr>
          <p:nvPr>
            <p:ph type="body"/>
          </p:nvPr>
        </p:nvSpPr>
        <p:spPr>
          <a:xfrm>
            <a:off x="341784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10" name="PlaceHolder 14"/>
          <p:cNvSpPr>
            <a:spLocks noGrp="1"/>
          </p:cNvSpPr>
          <p:nvPr>
            <p:ph type="body"/>
          </p:nvPr>
        </p:nvSpPr>
        <p:spPr>
          <a:xfrm>
            <a:off x="6426000" y="474444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11" name="PlaceHolder 15"/>
          <p:cNvSpPr>
            <a:spLocks noGrp="1"/>
          </p:cNvSpPr>
          <p:nvPr>
            <p:ph type="body"/>
          </p:nvPr>
        </p:nvSpPr>
        <p:spPr>
          <a:xfrm>
            <a:off x="642600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
        <p:nvSpPr>
          <p:cNvPr id="912" name="PlaceHolder 16"/>
          <p:cNvSpPr>
            <a:spLocks noGrp="1"/>
          </p:cNvSpPr>
          <p:nvPr>
            <p:ph type="body"/>
          </p:nvPr>
        </p:nvSpPr>
        <p:spPr>
          <a:xfrm>
            <a:off x="9434160" y="4744440"/>
            <a:ext cx="2188440" cy="1207440"/>
          </a:xfrm>
          <a:prstGeom prst="rect">
            <a:avLst/>
          </a:prstGeom>
          <a:noFill/>
          <a:ln w="0">
            <a:noFill/>
          </a:ln>
        </p:spPr>
        <p:txBody>
          <a:bodyPr lIns="91440" tIns="45720" rIns="91440" bIns="45720" anchor="t">
            <a:normAutofit/>
          </a:bodyPr>
          <a:lstStyle>
            <a:lvl1pPr indent="0" algn="l" defTabSz="914400">
              <a:lnSpc>
                <a:spcPct val="90000"/>
              </a:lnSpc>
              <a:spcBef>
                <a:spcPts val="1001"/>
              </a:spcBef>
              <a:buNone/>
              <a:tabLst>
                <a:tab pos="0" algn="l"/>
              </a:tabLst>
              <a:defRPr lang="fr-FR" sz="1400" b="0" u="none" strike="noStrike">
                <a:solidFill>
                  <a:schemeClr val="dk2"/>
                </a:solidFill>
                <a:effectLst/>
                <a:uFillTx/>
                <a:latin typeface="Roboto Light"/>
                <a:ea typeface="Roboto Light"/>
              </a:defRPr>
            </a:lvl1pPr>
          </a:lstStyle>
          <a:p>
            <a:pPr indent="0" algn="l" defTabSz="914400">
              <a:lnSpc>
                <a:spcPct val="90000"/>
              </a:lnSpc>
              <a:spcBef>
                <a:spcPts val="1001"/>
              </a:spcBef>
              <a:buNone/>
              <a:tabLst>
                <a:tab pos="0" algn="l"/>
              </a:tabLst>
            </a:pPr>
            <a:r>
              <a:rPr lang="fr-FR" sz="1400" b="0" u="none" strike="noStrike">
                <a:solidFill>
                  <a:schemeClr val="dk2"/>
                </a:solidFill>
                <a:effectLst/>
                <a:uFillTx/>
                <a:latin typeface="Roboto Light"/>
                <a:ea typeface="Roboto Light"/>
              </a:rPr>
              <a:t>Cliquez pour modifier les styles du texte du masque</a:t>
            </a:r>
            <a:endParaRPr lang="fr-FR" sz="1400" b="0" u="none" strike="noStrike">
              <a:solidFill>
                <a:schemeClr val="dk2"/>
              </a:solidFill>
              <a:effectLst/>
              <a:uFillTx/>
              <a:latin typeface="Roboto Black"/>
            </a:endParaRPr>
          </a:p>
        </p:txBody>
      </p:sp>
      <p:sp>
        <p:nvSpPr>
          <p:cNvPr id="913" name="PlaceHolder 17"/>
          <p:cNvSpPr>
            <a:spLocks noGrp="1"/>
          </p:cNvSpPr>
          <p:nvPr>
            <p:ph type="body"/>
          </p:nvPr>
        </p:nvSpPr>
        <p:spPr>
          <a:xfrm>
            <a:off x="9434160" y="3507840"/>
            <a:ext cx="2188440" cy="1207440"/>
          </a:xfrm>
          <a:prstGeom prst="rect">
            <a:avLst/>
          </a:prstGeom>
          <a:noFill/>
          <a:ln w="0">
            <a:noFill/>
          </a:ln>
        </p:spPr>
        <p:txBody>
          <a:bodyPr lIns="91440" tIns="45720" rIns="91440" bIns="45720" anchor="b">
            <a:noAutofit/>
          </a:bodyPr>
          <a:lstStyle>
            <a:lvl1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1pPr>
            <a:lvl2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2pPr>
            <a:lvl3pPr indent="0" algn="l" defTabSz="914400">
              <a:lnSpc>
                <a:spcPct val="100000"/>
              </a:lnSpc>
              <a:spcBef>
                <a:spcPts val="1001"/>
              </a:spcBef>
              <a:buNone/>
              <a:tabLst>
                <a:tab pos="0" algn="l"/>
              </a:tabLst>
              <a:defRPr lang="fr-FR" sz="2400" b="0" u="none" strike="noStrike">
                <a:solidFill>
                  <a:schemeClr val="dk2"/>
                </a:solidFill>
                <a:effectLst/>
                <a:uFillTx/>
                <a:latin typeface="Roboto Black"/>
                <a:ea typeface="Roboto Black"/>
              </a:defRPr>
            </a:lvl3pPr>
          </a:lstStyle>
          <a:p>
            <a:pPr indent="0" algn="l" defTabSz="914400">
              <a:lnSpc>
                <a:spcPct val="100000"/>
              </a:lnSpc>
              <a:spcBef>
                <a:spcPts val="1001"/>
              </a:spcBef>
              <a:buNone/>
              <a:tabLst>
                <a:tab pos="0" algn="l"/>
              </a:tabLst>
            </a:pP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_</a:t>
            </a:r>
            <a:endParaRPr lang="fr-FR" sz="2400" b="0" u="none" strike="noStrike">
              <a:solidFill>
                <a:schemeClr val="dk2"/>
              </a:solidFill>
              <a:effectLst/>
              <a:uFillTx/>
              <a:latin typeface="Roboto Black"/>
            </a:endParaRPr>
          </a:p>
          <a:p>
            <a:pPr indent="0" algn="l" defTabSz="914400">
              <a:lnSpc>
                <a:spcPct val="100000"/>
              </a:lnSpc>
              <a:spcBef>
                <a:spcPts val="1001"/>
              </a:spcBef>
              <a:buNone/>
              <a:tabLst>
                <a:tab pos="0" algn="l"/>
              </a:tabLst>
            </a:pPr>
            <a:r>
              <a:rPr lang="fr-FR" sz="2400" b="0" u="none" strike="noStrike">
                <a:solidFill>
                  <a:schemeClr val="dk2"/>
                </a:solidFill>
                <a:effectLst/>
                <a:uFillTx/>
                <a:latin typeface="Roboto Black"/>
                <a:ea typeface="Roboto Black"/>
              </a:rPr>
              <a:t>Modifiez </a:t>
            </a:r>
            <a:br>
              <a:rPr sz="2400"/>
            </a:br>
            <a:r>
              <a:rPr lang="fr-FR" sz="2400" b="0" u="none" strike="noStrike">
                <a:solidFill>
                  <a:schemeClr val="dk2"/>
                </a:solidFill>
                <a:effectLst/>
                <a:uFillTx/>
                <a:latin typeface="Roboto Black"/>
                <a:ea typeface="Roboto Black"/>
              </a:rPr>
              <a:t>le titre</a:t>
            </a:r>
            <a:endParaRPr lang="fr-FR" sz="2400" b="0" u="none" strike="noStrike">
              <a:solidFill>
                <a:schemeClr val="dk2"/>
              </a:solidFill>
              <a:effectLst/>
              <a:uFillTx/>
              <a:latin typeface="Roboto Black"/>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bg>
      <p:bgPr>
        <a:solidFill>
          <a:srgbClr val="FFFFFF"/>
        </a:solidFill>
      </p:bgPr>
    </p:bg>
    <p:spTree>
      <p:nvGrpSpPr>
        <p:cNvPr id="1" name=""/>
        <p:cNvGrpSpPr/>
        <p:nvPr/>
      </p:nvGrpSpPr>
      <p:grpSpPr>
        <a:xfrm>
          <a:off x="0" y="0"/>
          <a:ext cx="0" cy="0"/>
          <a:chOff x="0" y="0"/>
          <a:chExt cx="0" cy="0"/>
        </a:xfrm>
      </p:grpSpPr>
      <p:pic>
        <p:nvPicPr>
          <p:cNvPr id="914" name="Image 6"/>
          <p:cNvPicPr/>
          <p:nvPr/>
        </p:nvPicPr>
        <p:blipFill>
          <a:blip r:embed="rId2"/>
          <a:srcRect l="0" t="9549" r="0" b="9549"/>
          <a:stretch/>
        </p:blipFill>
        <p:spPr>
          <a:xfrm>
            <a:off x="2668320" y="6262920"/>
            <a:ext cx="9523080" cy="601200"/>
          </a:xfrm>
          <a:prstGeom prst="rect">
            <a:avLst/>
          </a:prstGeom>
          <a:noFill/>
          <a:ln w="0">
            <a:noFill/>
          </a:ln>
        </p:spPr>
      </p:pic>
      <p:sp>
        <p:nvSpPr>
          <p:cNvPr id="915" name="Rectangle 7"/>
          <p:cNvSpPr/>
          <p:nvPr/>
        </p:nvSpPr>
        <p:spPr>
          <a:xfrm>
            <a:off x="0" y="6262920"/>
            <a:ext cx="2667600" cy="594720"/>
          </a:xfrm>
          <a:prstGeom prst="rect">
            <a:avLst/>
          </a:prstGeom>
          <a:solidFill>
            <a:schemeClr val="tx1"/>
          </a:soli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916" name="Image 10"/>
          <p:cNvPicPr/>
          <p:nvPr/>
        </p:nvPicPr>
        <p:blipFill>
          <a:blip r:embed="rId3"/>
          <a:stretch/>
        </p:blipFill>
        <p:spPr>
          <a:xfrm>
            <a:off x="756720" y="6449760"/>
            <a:ext cx="908280" cy="238680"/>
          </a:xfrm>
          <a:prstGeom prst="rect">
            <a:avLst/>
          </a:prstGeom>
          <a:noFill/>
          <a:ln w="0">
            <a:noFill/>
          </a:ln>
        </p:spPr>
      </p:pic>
      <p:cxnSp>
        <p:nvCxnSpPr>
          <p:cNvPr id="917" name="Connecteur droit 11"/>
          <p:cNvCxnSpPr/>
          <p:nvPr/>
        </p:nvCxnSpPr>
        <p:spPr>
          <a:xfrm>
            <a:off x="0" y="145440"/>
            <a:ext cx="12192480" cy="720"/>
          </a:xfrm>
          <a:prstGeom prst="straightConnector1">
            <a:avLst/>
          </a:prstGeom>
          <a:ln w="0">
            <a:solidFill>
              <a:srgbClr val="E7E6E6"/>
            </a:solidFill>
          </a:ln>
        </p:spPr>
      </p:cxnSp>
      <p:cxnSp>
        <p:nvCxnSpPr>
          <p:cNvPr id="918" name="Connecteur droit 12"/>
          <p:cNvCxnSpPr/>
          <p:nvPr/>
        </p:nvCxnSpPr>
        <p:spPr>
          <a:xfrm>
            <a:off x="12033360" y="-6480"/>
            <a:ext cx="720" cy="6851520"/>
          </a:xfrm>
          <a:prstGeom prst="straightConnector1">
            <a:avLst/>
          </a:prstGeom>
          <a:ln w="0">
            <a:solidFill>
              <a:srgbClr val="E7E6E6"/>
            </a:solidFill>
          </a:ln>
        </p:spPr>
      </p:cxnSp>
      <p:cxnSp>
        <p:nvCxnSpPr>
          <p:cNvPr id="919" name="Connecteur droit 13"/>
          <p:cNvCxnSpPr/>
          <p:nvPr/>
        </p:nvCxnSpPr>
        <p:spPr>
          <a:xfrm>
            <a:off x="2668320" y="6255720"/>
            <a:ext cx="720" cy="596160"/>
          </a:xfrm>
          <a:prstGeom prst="straightConnector1">
            <a:avLst/>
          </a:prstGeom>
          <a:ln w="0">
            <a:solidFill>
              <a:srgbClr val="E7E6E6"/>
            </a:solidFill>
          </a:ln>
        </p:spPr>
      </p:cxnSp>
      <p:sp>
        <p:nvSpPr>
          <p:cNvPr id="920" name="ZoneTexte 14"/>
          <p:cNvSpPr/>
          <p:nvPr/>
        </p:nvSpPr>
        <p:spPr>
          <a:xfrm>
            <a:off x="10506600" y="6441480"/>
            <a:ext cx="946800" cy="25308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fld id="{B68F9D1D-1DBA-464D-ACF8-671910D93C37}" type="slidenum">
              <a:rPr lang="fr-FR" sz="1050" b="0" u="none" strike="noStrike">
                <a:solidFill>
                  <a:schemeClr val="lt1"/>
                </a:solidFill>
                <a:effectLst/>
                <a:uFillTx/>
                <a:latin typeface="Roboto"/>
                <a:ea typeface="Roboto"/>
              </a:rPr>
              <a:t>&lt;number&gt;</a:t>
            </a:fld>
            <a:endParaRPr lang="en-US" sz="1050" b="0" u="none" strike="noStrike">
              <a:solidFill>
                <a:srgbClr val="000000"/>
              </a:solidFill>
              <a:effectLst/>
              <a:uFillTx/>
              <a:latin typeface="Arial"/>
            </a:endParaRPr>
          </a:p>
        </p:txBody>
      </p:sp>
      <p:cxnSp>
        <p:nvCxnSpPr>
          <p:cNvPr id="921" name="Connecteur droit 15"/>
          <p:cNvCxnSpPr/>
          <p:nvPr/>
        </p:nvCxnSpPr>
        <p:spPr>
          <a:xfrm>
            <a:off x="0" y="6254640"/>
            <a:ext cx="12192480" cy="720"/>
          </a:xfrm>
          <a:prstGeom prst="straightConnector1">
            <a:avLst/>
          </a:prstGeom>
          <a:ln w="0">
            <a:solidFill>
              <a:srgbClr val="FFFFFF"/>
            </a:solidFill>
          </a:ln>
        </p:spPr>
      </p:cxnSp>
      <p:sp>
        <p:nvSpPr>
          <p:cNvPr id="922"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fr-FR" sz="3600" b="0" u="none" strike="noStrike">
                <a:solidFill>
                  <a:schemeClr val="dk2"/>
                </a:solidFill>
                <a:effectLst/>
                <a:uFillTx/>
                <a:latin typeface="Roboto Black"/>
                <a:ea typeface="Roboto Black"/>
              </a:defRPr>
            </a:lvl1pPr>
          </a:lstStyle>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Modifiez le style du titre</a:t>
            </a:r>
            <a:endParaRPr lang="fr-FR" sz="3600" b="0" u="none" strike="noStrike">
              <a:solidFill>
                <a:schemeClr val="dk2"/>
              </a:solidFill>
              <a:effectLst/>
              <a:uFillTx/>
              <a:latin typeface="Roboto Black"/>
            </a:endParaRPr>
          </a:p>
        </p:txBody>
      </p:sp>
      <p:sp>
        <p:nvSpPr>
          <p:cNvPr id="923" name="PlaceHolder 2"/>
          <p:cNvSpPr>
            <a:spLocks noGrp="1"/>
          </p:cNvSpPr>
          <p:nvPr>
            <p:ph type="ftr" idx="61"/>
          </p:nvPr>
        </p:nvSpPr>
        <p:spPr>
          <a:xfrm>
            <a:off x="2903400" y="6375240"/>
            <a:ext cx="63849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cxnSp>
        <p:nvCxnSpPr>
          <p:cNvPr id="924" name="Connecteur droit 5"/>
          <p:cNvCxnSpPr/>
          <p:nvPr/>
        </p:nvCxnSpPr>
        <p:spPr>
          <a:xfrm>
            <a:off x="0" y="145440"/>
            <a:ext cx="12192480" cy="720"/>
          </a:xfrm>
          <a:prstGeom prst="straightConnector1">
            <a:avLst/>
          </a:prstGeom>
          <a:ln w="0">
            <a:solidFill>
              <a:srgbClr val="E7E6E6"/>
            </a:solidFill>
          </a:ln>
        </p:spPr>
      </p:cxnSp>
      <p:cxnSp>
        <p:nvCxnSpPr>
          <p:cNvPr id="925" name="Connecteur droit 6"/>
          <p:cNvCxnSpPr/>
          <p:nvPr/>
        </p:nvCxnSpPr>
        <p:spPr>
          <a:xfrm>
            <a:off x="12033360" y="-6480"/>
            <a:ext cx="720" cy="6851520"/>
          </a:xfrm>
          <a:prstGeom prst="straightConnector1">
            <a:avLst/>
          </a:prstGeom>
          <a:ln w="0">
            <a:solidFill>
              <a:srgbClr val="E7E6E6"/>
            </a:solidFill>
          </a:ln>
        </p:spPr>
      </p:cxnSp>
      <p:sp>
        <p:nvSpPr>
          <p:cNvPr id="926" name="PlaceHolder 3"/>
          <p:cNvSpPr>
            <a:spLocks noGrp="1"/>
          </p:cNvSpPr>
          <p:nvPr>
            <p:ph type="body"/>
          </p:nvPr>
        </p:nvSpPr>
        <p:spPr>
          <a:xfrm>
            <a:off x="838080" y="2144520"/>
            <a:ext cx="10514880" cy="853200"/>
          </a:xfrm>
          <a:prstGeom prst="rect">
            <a:avLst/>
          </a:prstGeom>
          <a:noFill/>
          <a:ln w="0">
            <a:noFill/>
          </a:ln>
        </p:spPr>
        <p:txBody>
          <a:bodyPr lIns="91440" tIns="45720" rIns="91440" bIns="45720" anchor="t">
            <a:normAutofit/>
          </a:bodyPr>
          <a:lstStyle>
            <a:lvl1pPr indent="0" algn="l" defTabSz="914400">
              <a:lnSpc>
                <a:spcPct val="100000"/>
              </a:lnSpc>
              <a:spcBef>
                <a:spcPts val="1001"/>
              </a:spcBef>
              <a:buNone/>
              <a:tabLst>
                <a:tab pos="0" algn="l"/>
              </a:tabLst>
              <a:defRPr lang="fr-FR" sz="1600" b="0" u="none" strike="noStrike">
                <a:solidFill>
                  <a:schemeClr val="dk2"/>
                </a:solidFill>
                <a:effectLst/>
                <a:uFillTx/>
                <a:latin typeface="Roboto Light"/>
                <a:ea typeface="Roboto Light"/>
              </a:defRPr>
            </a:lvl1pPr>
          </a:lstStyle>
          <a:p>
            <a:pPr indent="0" algn="l" defTabSz="914400">
              <a:lnSpc>
                <a:spcPct val="100000"/>
              </a:lnSpc>
              <a:spcBef>
                <a:spcPts val="1001"/>
              </a:spcBef>
              <a:buNone/>
              <a:tabLst>
                <a:tab pos="0" algn="l"/>
              </a:tabLst>
            </a:pPr>
            <a:r>
              <a:rPr lang="fr-FR" sz="1600" b="0" u="none" strike="noStrike">
                <a:solidFill>
                  <a:schemeClr val="dk2"/>
                </a:solidFill>
                <a:effectLst/>
                <a:uFillTx/>
                <a:latin typeface="Roboto Light"/>
                <a:ea typeface="Roboto Light"/>
              </a:rPr>
              <a:t>Cliquez pour modifier les styles du texte du masque</a:t>
            </a:r>
            <a:endParaRPr lang="fr-FR" sz="1600" b="0" u="none" strike="noStrike">
              <a:solidFill>
                <a:schemeClr val="dk2"/>
              </a:solidFill>
              <a:effectLst/>
              <a:uFillTx/>
              <a:latin typeface="Roboto Light"/>
            </a:endParaRPr>
          </a:p>
        </p:txBody>
      </p:sp>
      <p:sp>
        <p:nvSpPr>
          <p:cNvPr id="927" name="PlaceHolder 4"/>
          <p:cNvSpPr>
            <a:spLocks noGrp="1"/>
          </p:cNvSpPr>
          <p:nvPr>
            <p:ph type="body"/>
          </p:nvPr>
        </p:nvSpPr>
        <p:spPr>
          <a:xfrm>
            <a:off x="1320840" y="465984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cxnSp>
        <p:nvCxnSpPr>
          <p:cNvPr id="928" name="Connecteur droit 18"/>
          <p:cNvCxnSpPr/>
          <p:nvPr/>
        </p:nvCxnSpPr>
        <p:spPr>
          <a:xfrm>
            <a:off x="0" y="6255720"/>
            <a:ext cx="12192480" cy="720"/>
          </a:xfrm>
          <a:prstGeom prst="straightConnector1">
            <a:avLst/>
          </a:prstGeom>
          <a:ln w="0">
            <a:solidFill>
              <a:srgbClr val="FFFFFF"/>
            </a:solidFill>
          </a:ln>
        </p:spPr>
      </p:cxnSp>
      <p:sp>
        <p:nvSpPr>
          <p:cNvPr id="929" name="PlaceHolder 5"/>
          <p:cNvSpPr>
            <a:spLocks noGrp="1"/>
          </p:cNvSpPr>
          <p:nvPr>
            <p:ph type="body"/>
          </p:nvPr>
        </p:nvSpPr>
        <p:spPr>
          <a:xfrm>
            <a:off x="2934720" y="466668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930" name="PlaceHolder 6"/>
          <p:cNvSpPr>
            <a:spLocks noGrp="1"/>
          </p:cNvSpPr>
          <p:nvPr>
            <p:ph type="body"/>
          </p:nvPr>
        </p:nvSpPr>
        <p:spPr>
          <a:xfrm>
            <a:off x="4586040" y="466308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931" name="PlaceHolder 7"/>
          <p:cNvSpPr>
            <a:spLocks noGrp="1"/>
          </p:cNvSpPr>
          <p:nvPr>
            <p:ph type="body"/>
          </p:nvPr>
        </p:nvSpPr>
        <p:spPr>
          <a:xfrm>
            <a:off x="6200280" y="465804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932" name="PlaceHolder 8"/>
          <p:cNvSpPr>
            <a:spLocks noGrp="1"/>
          </p:cNvSpPr>
          <p:nvPr>
            <p:ph type="body"/>
          </p:nvPr>
        </p:nvSpPr>
        <p:spPr>
          <a:xfrm>
            <a:off x="7814160" y="465156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933" name="PlaceHolder 9"/>
          <p:cNvSpPr>
            <a:spLocks noGrp="1"/>
          </p:cNvSpPr>
          <p:nvPr>
            <p:ph type="body"/>
          </p:nvPr>
        </p:nvSpPr>
        <p:spPr>
          <a:xfrm>
            <a:off x="9428040" y="4648680"/>
            <a:ext cx="1283760" cy="101520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fr-FR" sz="1200" b="0" u="none" strike="noStrike">
                <a:solidFill>
                  <a:schemeClr val="dk2"/>
                </a:solidFill>
                <a:effectLst/>
                <a:uFillTx/>
                <a:latin typeface="Roboto Light"/>
                <a:ea typeface="Roboto Light"/>
              </a:defRPr>
            </a:lvl1pPr>
          </a:lstStyle>
          <a:p>
            <a:pPr indent="0" algn="ctr" defTabSz="914400">
              <a:lnSpc>
                <a:spcPct val="90000"/>
              </a:lnSpc>
              <a:spcBef>
                <a:spcPts val="1001"/>
              </a:spcBef>
              <a:buNone/>
              <a:tabLst>
                <a:tab pos="0" algn="l"/>
              </a:tabLst>
            </a:pPr>
            <a:r>
              <a:rPr lang="fr-FR" sz="1200" b="0" u="none" strike="noStrike">
                <a:solidFill>
                  <a:schemeClr val="dk2"/>
                </a:solidFill>
                <a:effectLst/>
                <a:uFillTx/>
                <a:latin typeface="Roboto Light"/>
                <a:ea typeface="Roboto Light"/>
              </a:rPr>
              <a:t>Cliquez pour modifier les styles du texte du masque</a:t>
            </a:r>
            <a:endParaRPr lang="fr-FR" sz="1200" b="0" u="none" strike="noStrike">
              <a:solidFill>
                <a:schemeClr val="dk2"/>
              </a:solidFill>
              <a:effectLst/>
              <a:uFillTx/>
              <a:latin typeface="Roboto Light"/>
            </a:endParaRPr>
          </a:p>
        </p:txBody>
      </p:sp>
      <p:sp>
        <p:nvSpPr>
          <p:cNvPr id="934" name="PlaceHolder 10"/>
          <p:cNvSpPr>
            <a:spLocks noGrp="1"/>
          </p:cNvSpPr>
          <p:nvPr>
            <p:ph type="body"/>
          </p:nvPr>
        </p:nvSpPr>
        <p:spPr>
          <a:xfrm>
            <a:off x="1320840" y="334296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935" name="PlaceHolder 11"/>
          <p:cNvSpPr>
            <a:spLocks noGrp="1"/>
          </p:cNvSpPr>
          <p:nvPr>
            <p:ph type="body"/>
          </p:nvPr>
        </p:nvSpPr>
        <p:spPr>
          <a:xfrm>
            <a:off x="2935080" y="333828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936" name="PlaceHolder 12"/>
          <p:cNvSpPr>
            <a:spLocks noGrp="1"/>
          </p:cNvSpPr>
          <p:nvPr>
            <p:ph type="body"/>
          </p:nvPr>
        </p:nvSpPr>
        <p:spPr>
          <a:xfrm>
            <a:off x="4586040" y="334116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937" name="PlaceHolder 13"/>
          <p:cNvSpPr>
            <a:spLocks noGrp="1"/>
          </p:cNvSpPr>
          <p:nvPr>
            <p:ph type="body"/>
          </p:nvPr>
        </p:nvSpPr>
        <p:spPr>
          <a:xfrm>
            <a:off x="6200280" y="333648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938" name="PlaceHolder 14"/>
          <p:cNvSpPr>
            <a:spLocks noGrp="1"/>
          </p:cNvSpPr>
          <p:nvPr>
            <p:ph type="body"/>
          </p:nvPr>
        </p:nvSpPr>
        <p:spPr>
          <a:xfrm>
            <a:off x="7813800" y="334764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
        <p:nvSpPr>
          <p:cNvPr id="939" name="PlaceHolder 15"/>
          <p:cNvSpPr>
            <a:spLocks noGrp="1"/>
          </p:cNvSpPr>
          <p:nvPr>
            <p:ph type="body"/>
          </p:nvPr>
        </p:nvSpPr>
        <p:spPr>
          <a:xfrm>
            <a:off x="9428040" y="3342960"/>
            <a:ext cx="1283400" cy="12834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fr-FR" sz="1800" b="0" u="none" strike="noStrike">
                <a:solidFill>
                  <a:schemeClr val="dk2"/>
                </a:solidFill>
                <a:effectLst/>
                <a:uFillTx/>
                <a:latin typeface="Roboto Light"/>
              </a:defRPr>
            </a:lvl1pPr>
            <a:lvl2pPr lvl="1"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2pPr>
            <a:lvl3pPr lvl="2"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3pPr>
            <a:lvl4pPr lvl="3" algn="l" defTabSz="914400">
              <a:lnSpc>
                <a:spcPct val="90000"/>
              </a:lnSpc>
              <a:spcBef>
                <a:spcPts val="499"/>
              </a:spcBef>
              <a:buClr>
                <a:srgbClr val="000000"/>
              </a:buClr>
              <a:buSzPct val="75000"/>
              <a:buFont typeface="Symbol" charset="2"/>
              <a:buChar char=""/>
              <a:tabLst>
                <a:tab pos="0" algn="l"/>
              </a:tabLst>
              <a:defRPr lang="fr-FR" sz="1800" b="0" u="none" strike="noStrike">
                <a:solidFill>
                  <a:schemeClr val="dk2"/>
                </a:solidFill>
                <a:effectLst/>
                <a:uFillTx/>
                <a:latin typeface="Roboto Light"/>
              </a:defRPr>
            </a:lvl4pPr>
            <a:lvl5pPr lvl="4" algn="l" defTabSz="914400">
              <a:lnSpc>
                <a:spcPct val="90000"/>
              </a:lnSpc>
              <a:spcBef>
                <a:spcPts val="499"/>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5pPr>
            <a:lvl6pPr lvl="5"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6pPr>
            <a:lvl7pPr lvl="6" algn="l" defTabSz="914400">
              <a:lnSpc>
                <a:spcPct val="90000"/>
              </a:lnSpc>
              <a:spcBef>
                <a:spcPts val="283"/>
              </a:spcBef>
              <a:buClr>
                <a:srgbClr val="000000"/>
              </a:buClr>
              <a:buSzPct val="45000"/>
              <a:buFont typeface="Wingdings" charset="2"/>
              <a:buChar char=""/>
              <a:tabLst>
                <a:tab pos="0" algn="l"/>
              </a:tabLst>
              <a:defRPr lang="fr-FR" sz="1800" b="0" u="none" strike="noStrike">
                <a:solidFill>
                  <a:schemeClr val="dk2"/>
                </a:solidFill>
                <a:effectLst/>
                <a:uFillTx/>
                <a:latin typeface="Roboto Light"/>
              </a:defRPr>
            </a:lvl7pPr>
          </a:lstStyle>
          <a:p>
            <a:pPr indent="0" algn="l" defTabSz="914400">
              <a:lnSpc>
                <a:spcPct val="90000"/>
              </a:lnSpc>
              <a:spcBef>
                <a:spcPts val="1001"/>
              </a:spcBef>
              <a:buNone/>
              <a:tabLst>
                <a:tab pos="0" algn="l"/>
              </a:tabLst>
            </a:pPr>
            <a:r>
              <a:rPr lang="fr-FR" sz="1800" b="0" u="none" strike="noStrike">
                <a:solidFill>
                  <a:schemeClr val="dk2"/>
                </a:solidFill>
                <a:effectLst/>
                <a:uFillTx/>
                <a:latin typeface="Roboto Light"/>
              </a:rPr>
              <a:t>Click to edit the outline text format</a:t>
            </a:r>
            <a:endParaRPr lang="fr-FR" sz="1800" b="0" u="none" strike="noStrike">
              <a:solidFill>
                <a:schemeClr val="dk2"/>
              </a:solidFill>
              <a:effectLst/>
              <a:uFillTx/>
              <a:latin typeface="Roboto Light"/>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Second Outline Level</a:t>
            </a:r>
            <a:endParaRPr lang="fr-FR" sz="1800" b="0" u="none" strike="noStrike">
              <a:solidFill>
                <a:schemeClr val="dk2"/>
              </a:solidFill>
              <a:effectLst/>
              <a:uFillTx/>
              <a:latin typeface="Roboto Light"/>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Third Outline Level</a:t>
            </a:r>
            <a:endParaRPr lang="fr-FR" sz="1800" b="0" u="none" strike="noStrike">
              <a:solidFill>
                <a:schemeClr val="dk2"/>
              </a:solidFill>
              <a:effectLst/>
              <a:uFillTx/>
              <a:latin typeface="Roboto Light"/>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fr-FR" sz="1800" b="0" u="none" strike="noStrike">
                <a:solidFill>
                  <a:schemeClr val="dk2"/>
                </a:solidFill>
                <a:effectLst/>
                <a:uFillTx/>
                <a:latin typeface="Roboto Light"/>
              </a:rPr>
              <a:t>Fourth Outline Level</a:t>
            </a:r>
            <a:endParaRPr lang="fr-FR" sz="1800" b="0" u="none" strike="noStrike">
              <a:solidFill>
                <a:schemeClr val="dk2"/>
              </a:solidFill>
              <a:effectLst/>
              <a:uFillTx/>
              <a:latin typeface="Roboto Light"/>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Fifth Outline Level</a:t>
            </a:r>
            <a:endParaRPr lang="fr-FR" sz="1800" b="0" u="none" strike="noStrike">
              <a:solidFill>
                <a:schemeClr val="dk2"/>
              </a:solidFill>
              <a:effectLst/>
              <a:uFillTx/>
              <a:latin typeface="Roboto Light"/>
            </a:endParaRPr>
          </a:p>
          <a:p>
            <a:pPr marL="1828800" lvl="5"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Sixth Outline Level</a:t>
            </a:r>
            <a:endParaRPr lang="fr-FR" sz="1800" b="0" u="none" strike="noStrike">
              <a:solidFill>
                <a:schemeClr val="dk2"/>
              </a:solidFill>
              <a:effectLst/>
              <a:uFillTx/>
              <a:latin typeface="Roboto Light"/>
            </a:endParaRPr>
          </a:p>
          <a:p>
            <a:pPr marL="1828800" lvl="6" indent="-216000" algn="l" defTabSz="914400">
              <a:lnSpc>
                <a:spcPct val="90000"/>
              </a:lnSpc>
              <a:spcBef>
                <a:spcPts val="283"/>
              </a:spcBef>
              <a:buClr>
                <a:srgbClr val="000000"/>
              </a:buClr>
              <a:buSzPct val="45000"/>
              <a:buFont typeface="Wingdings" charset="2"/>
              <a:buChar char=""/>
              <a:tabLst>
                <a:tab pos="0" algn="l"/>
              </a:tabLst>
            </a:pPr>
            <a:r>
              <a:rPr lang="fr-FR" sz="1800" b="0" u="none" strike="noStrike">
                <a:solidFill>
                  <a:schemeClr val="dk2"/>
                </a:solidFill>
                <a:effectLst/>
                <a:uFillTx/>
                <a:latin typeface="Roboto Light"/>
              </a:rPr>
              <a:t>Seventh Outline Level</a:t>
            </a:r>
            <a:endParaRPr lang="fr-FR" sz="1800" b="0" u="none" strike="noStrike">
              <a:solidFill>
                <a:schemeClr val="dk2"/>
              </a:solidFill>
              <a:effectLst/>
              <a:uFillTx/>
              <a:latin typeface="Roboto Light"/>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
</Relationships>
</file>

<file path=ppt/slideMasters/_rels/slideMaster35.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Relationship Id="rId15" Type="http://schemas.openxmlformats.org/officeDocument/2006/relationships/slideLayout" Target="../slideLayouts/slideLayout49.xml"/><Relationship Id="rId16" Type="http://schemas.openxmlformats.org/officeDocument/2006/relationships/slideLayout" Target="../slideLayouts/slideLayout50.xml"/><Relationship Id="rId17" Type="http://schemas.openxmlformats.org/officeDocument/2006/relationships/slideLayout" Target="../slideLayouts/slideLayout51.xml"/><Relationship Id="rId18" Type="http://schemas.openxmlformats.org/officeDocument/2006/relationships/slideLayout" Target="../slideLayouts/slideLayout52.xml"/><Relationship Id="rId19"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5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pic>
        <p:nvPicPr>
          <p:cNvPr id="2" name="Image 6"/>
          <p:cNvPicPr/>
          <p:nvPr/>
        </p:nvPicPr>
        <p:blipFill>
          <a:blip r:embed="rId2"/>
          <a:stretch/>
        </p:blipFill>
        <p:spPr>
          <a:xfrm>
            <a:off x="0" y="-6840"/>
            <a:ext cx="12191400" cy="6857280"/>
          </a:xfrm>
          <a:prstGeom prst="rect">
            <a:avLst/>
          </a:prstGeom>
          <a:noFill/>
          <a:ln w="0">
            <a:noFill/>
          </a:ln>
        </p:spPr>
      </p:pic>
      <p:grpSp>
        <p:nvGrpSpPr>
          <p:cNvPr id="3" name="Groupe 15"/>
          <p:cNvGrpSpPr/>
          <p:nvPr/>
        </p:nvGrpSpPr>
        <p:grpSpPr>
          <a:xfrm>
            <a:off x="0" y="-16200"/>
            <a:ext cx="12191400" cy="6872760"/>
            <a:chOff x="0" y="-16200"/>
            <a:chExt cx="12191400" cy="6872760"/>
          </a:xfrm>
        </p:grpSpPr>
        <p:sp>
          <p:nvSpPr>
            <p:cNvPr id="4" name="Rectangle 17"/>
            <p:cNvSpPr/>
            <p:nvPr/>
          </p:nvSpPr>
          <p:spPr>
            <a:xfrm flipV="1">
              <a:off x="12033360" y="152640"/>
              <a:ext cx="157680" cy="6703920"/>
            </a:xfrm>
            <a:prstGeom prst="rect">
              <a:avLst/>
            </a:prstGeom>
            <a:gradFill rotWithShape="0">
              <a:gsLst>
                <a:gs pos="0">
                  <a:srgbClr val="020D23">
                    <a:alpha val="0"/>
                  </a:srgbClr>
                </a:gs>
                <a:gs pos="14000">
                  <a:srgbClr val="16203E">
                    <a:alpha val="25000"/>
                  </a:srgbClr>
                </a:gs>
                <a:gs pos="44000">
                  <a:srgbClr val="1C294F">
                    <a:alpha val="60000"/>
                  </a:srgbClr>
                </a:gs>
                <a:gs pos="72000">
                  <a:srgbClr val="1E2B53">
                    <a:alpha val="60000"/>
                  </a:srgbClr>
                </a:gs>
                <a:gs pos="91000">
                  <a:srgbClr val="0F1529">
                    <a:alpha val="60000"/>
                  </a:srgbClr>
                </a:gs>
                <a:gs pos="100000">
                  <a:srgbClr val="020D23">
                    <a:alpha val="20000"/>
                  </a:srgbClr>
                </a:gs>
              </a:gsLst>
              <a:lin ang="5400000"/>
            </a:gradFill>
            <a:ln>
              <a:noFill/>
            </a:ln>
          </p:spPr>
          <p:style>
            <a:lnRef idx="2">
              <a:schemeClr val="dk1">
                <a:shade val="50000"/>
              </a:schemeClr>
            </a:lnRef>
            <a:fillRef idx="1">
              <a:schemeClr val="dk1"/>
            </a:fillRef>
            <a:effectRef idx="0">
              <a:schemeClr val="dk1"/>
            </a:effectRef>
            <a:fontRef idx="minor"/>
          </p:style>
          <p:txBody>
            <a:bodyPr lIns="78840" tIns="45000" rIns="78840" bIns="45000" anchor="ctr">
              <a:noAutofit/>
            </a:bodyPr>
            <a:p>
              <a:endParaRPr lang="fr-FR" sz="1800" b="0" u="none" strike="noStrike">
                <a:solidFill>
                  <a:schemeClr val="dk2"/>
                </a:solidFill>
                <a:effectLst/>
                <a:uFillTx/>
                <a:latin typeface="roboto Light"/>
              </a:endParaRPr>
            </a:p>
          </p:txBody>
        </p:sp>
        <p:sp>
          <p:nvSpPr>
            <p:cNvPr id="5" name="Rectangle 18"/>
            <p:cNvSpPr/>
            <p:nvPr/>
          </p:nvSpPr>
          <p:spPr>
            <a:xfrm flipV="1">
              <a:off x="0" y="-16200"/>
              <a:ext cx="12191400" cy="160560"/>
            </a:xfrm>
            <a:prstGeom prst="rect">
              <a:avLst/>
            </a:prstGeom>
            <a:solidFill>
              <a:schemeClr val="dk1">
                <a:alpha val="40000"/>
              </a:schemeClr>
            </a:solidFill>
            <a:ln>
              <a:no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grpSp>
      <p:sp>
        <p:nvSpPr>
          <p:cNvPr id="6" name="Rectangle 27"/>
          <p:cNvSpPr/>
          <p:nvPr/>
        </p:nvSpPr>
        <p:spPr>
          <a:xfrm>
            <a:off x="0" y="153360"/>
            <a:ext cx="7748280" cy="6690240"/>
          </a:xfrm>
          <a:prstGeom prst="rect">
            <a:avLst/>
          </a:prstGeom>
          <a:gradFill rotWithShape="0">
            <a:gsLst>
              <a:gs pos="0">
                <a:srgbClr val="020D23">
                  <a:alpha val="0"/>
                </a:srgbClr>
              </a:gs>
              <a:gs pos="14000">
                <a:srgbClr val="16203E">
                  <a:alpha val="25000"/>
                </a:srgbClr>
              </a:gs>
              <a:gs pos="44000">
                <a:srgbClr val="1C294F">
                  <a:alpha val="60000"/>
                </a:srgbClr>
              </a:gs>
              <a:gs pos="72000">
                <a:srgbClr val="1E2B53">
                  <a:alpha val="60000"/>
                </a:srgbClr>
              </a:gs>
              <a:gs pos="91000">
                <a:srgbClr val="0F1529">
                  <a:alpha val="60000"/>
                </a:srgbClr>
              </a:gs>
              <a:gs pos="100000">
                <a:srgbClr val="020D23">
                  <a:alpha val="20000"/>
                </a:srgbClr>
              </a:gs>
            </a:gsLst>
            <a:lin ang="5400000"/>
          </a:gradFill>
          <a:ln>
            <a:solidFill>
              <a:srgbClr val="020D23"/>
            </a:solidFill>
          </a:ln>
        </p:spPr>
        <p:style>
          <a:lnRef idx="2">
            <a:schemeClr val="dk1">
              <a:shade val="50000"/>
            </a:schemeClr>
          </a:lnRef>
          <a:fillRef idx="1">
            <a:schemeClr val="dk1"/>
          </a:fillRef>
          <a:effectRef idx="0">
            <a:schemeClr val="dk1"/>
          </a:effectRef>
          <a:fontRef idx="minor"/>
        </p:style>
        <p:txBody>
          <a:bodyPr lIns="90000" tIns="45000" rIns="90000" bIns="45000" anchor="ctr">
            <a:noAutofit/>
          </a:bodyPr>
          <a:p>
            <a:endParaRPr lang="fr-FR" sz="1800" b="0" u="none" strike="noStrike">
              <a:solidFill>
                <a:schemeClr val="dk2"/>
              </a:solidFill>
              <a:effectLst/>
              <a:uFillTx/>
              <a:latin typeface="roboto Light"/>
            </a:endParaRPr>
          </a:p>
        </p:txBody>
      </p:sp>
      <p:pic>
        <p:nvPicPr>
          <p:cNvPr id="7" name="Image 14"/>
          <p:cNvPicPr/>
          <p:nvPr/>
        </p:nvPicPr>
        <p:blipFill>
          <a:blip r:embed="rId3"/>
          <a:stretch/>
        </p:blipFill>
        <p:spPr>
          <a:xfrm>
            <a:off x="8854560" y="5364360"/>
            <a:ext cx="2072880" cy="545400"/>
          </a:xfrm>
          <a:prstGeom prst="rect">
            <a:avLst/>
          </a:prstGeom>
          <a:noFill/>
          <a:ln w="0">
            <a:noFill/>
          </a:ln>
        </p:spPr>
      </p:pic>
      <p:cxnSp>
        <p:nvCxnSpPr>
          <p:cNvPr id="8" name="Connecteur droit 21"/>
          <p:cNvCxnSpPr/>
          <p:nvPr/>
        </p:nvCxnSpPr>
        <p:spPr>
          <a:xfrm>
            <a:off x="7749000" y="-6480"/>
            <a:ext cx="720" cy="6865200"/>
          </a:xfrm>
          <a:prstGeom prst="straightConnector1">
            <a:avLst/>
          </a:prstGeom>
          <a:ln w="0">
            <a:solidFill>
              <a:srgbClr val="FFFFFF"/>
            </a:solidFill>
          </a:ln>
        </p:spPr>
      </p:cxnSp>
      <p:sp>
        <p:nvSpPr>
          <p:cNvPr id="9" name="Espace réservé de la date 3"/>
          <p:cNvSpPr/>
          <p:nvPr/>
        </p:nvSpPr>
        <p:spPr>
          <a:xfrm>
            <a:off x="1010520" y="5671800"/>
            <a:ext cx="2575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fr-FR" sz="1000" b="0" u="none" strike="noStrike">
                <a:solidFill>
                  <a:schemeClr val="accent3">
                    <a:lumMod val="75000"/>
                  </a:schemeClr>
                </a:solidFill>
                <a:effectLst/>
                <a:uFillTx/>
                <a:latin typeface="Roboto"/>
                <a:ea typeface="Roboto"/>
              </a:rPr>
              <a:t>23 janvier 2024</a:t>
            </a:r>
            <a:endParaRPr lang="en-US" sz="1000" b="0" u="none" strike="noStrike">
              <a:solidFill>
                <a:srgbClr val="FFFFFF"/>
              </a:solidFill>
              <a:effectLst/>
              <a:uFillTx/>
              <a:latin typeface="Arial"/>
            </a:endParaRPr>
          </a:p>
        </p:txBody>
      </p:sp>
      <p:cxnSp>
        <p:nvCxnSpPr>
          <p:cNvPr id="10" name="Connecteur droit 12"/>
          <p:cNvCxnSpPr/>
          <p:nvPr/>
        </p:nvCxnSpPr>
        <p:spPr>
          <a:xfrm>
            <a:off x="0" y="145440"/>
            <a:ext cx="12192480" cy="720"/>
          </a:xfrm>
          <a:prstGeom prst="straightConnector1">
            <a:avLst/>
          </a:prstGeom>
          <a:ln w="0">
            <a:solidFill>
              <a:srgbClr val="FFFFFF"/>
            </a:solidFill>
          </a:ln>
        </p:spPr>
      </p:cxnSp>
      <p:cxnSp>
        <p:nvCxnSpPr>
          <p:cNvPr id="11" name="Connecteur droit 13"/>
          <p:cNvCxnSpPr/>
          <p:nvPr/>
        </p:nvCxnSpPr>
        <p:spPr>
          <a:xfrm>
            <a:off x="12033360" y="-6480"/>
            <a:ext cx="720" cy="6865200"/>
          </a:xfrm>
          <a:prstGeom prst="straightConnector1">
            <a:avLst/>
          </a:prstGeom>
          <a:ln w="0">
            <a:solidFill>
              <a:srgbClr val="FFFFFF"/>
            </a:solidFill>
          </a:ln>
        </p:spPr>
      </p:cxnSp>
      <p:sp>
        <p:nvSpPr>
          <p:cNvPr id="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fr-FR" sz="1800" b="0" u="none" strike="noStrike">
                <a:solidFill>
                  <a:schemeClr val="dk1"/>
                </a:solidFill>
                <a:effectLst/>
                <a:uFillTx/>
                <a:latin typeface="roboto Light"/>
              </a:defRPr>
            </a:lvl1pPr>
          </a:lstStyle>
          <a:p>
            <a:pPr indent="0" algn="l">
              <a:buNone/>
              <a:tabLst>
                <a:tab pos="0" algn="l"/>
              </a:tabLst>
            </a:pPr>
            <a:r>
              <a:rPr lang="fr-FR" sz="1800" b="0" u="none" strike="noStrike">
                <a:solidFill>
                  <a:schemeClr val="dk1"/>
                </a:solidFill>
                <a:effectLst/>
                <a:uFillTx/>
                <a:latin typeface="roboto Light"/>
              </a:rPr>
              <a:t>Click to edit the title text format</a:t>
            </a:r>
            <a:endParaRPr lang="fr-FR" sz="1800" b="0" u="none" strike="noStrike">
              <a:solidFill>
                <a:schemeClr val="dk1"/>
              </a:solidFill>
              <a:effectLst/>
              <a:uFillTx/>
              <a:latin typeface="roboto Light"/>
            </a:endParaRPr>
          </a:p>
        </p:txBody>
      </p:sp>
      <p:sp>
        <p:nvSpPr>
          <p:cNvPr id="1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ct val="90000"/>
              </a:lnSpc>
              <a:spcBef>
                <a:spcPts val="1001"/>
              </a:spcBef>
              <a:tabLst>
                <a:tab pos="0" algn="l"/>
              </a:tabLst>
              <a:defRPr lang="fr-FR" sz="2400" b="0" u="none" strike="noStrike">
                <a:solidFill>
                  <a:schemeClr val="lt1"/>
                </a:solidFill>
                <a:effectLst/>
                <a:uFillTx/>
                <a:latin typeface="Roboto Light"/>
              </a:defRPr>
            </a:lvl1pPr>
            <a:lvl2pPr lvl="1" algn="l" defTabSz="914400">
              <a:lnSpc>
                <a:spcPct val="90000"/>
              </a:lnSpc>
              <a:spcBef>
                <a:spcPts val="1134"/>
              </a:spcBef>
              <a:buClr>
                <a:srgbClr val="FFFFFF"/>
              </a:buClr>
              <a:buSzPct val="75000"/>
              <a:buFont typeface="Symbol" charset="2"/>
              <a:buChar char=""/>
              <a:tabLst>
                <a:tab pos="0" algn="l"/>
              </a:tabLst>
              <a:defRPr lang="fr-FR" sz="2800" b="0" u="none" strike="noStrike">
                <a:solidFill>
                  <a:schemeClr val="lt1"/>
                </a:solidFill>
                <a:effectLst/>
                <a:uFillTx/>
                <a:latin typeface="Roboto Light"/>
              </a:defRPr>
            </a:lvl2pPr>
            <a:lvl3pPr lvl="2" algn="l" defTabSz="914400">
              <a:lnSpc>
                <a:spcPct val="90000"/>
              </a:lnSpc>
              <a:spcBef>
                <a:spcPts val="850"/>
              </a:spcBef>
              <a:buClr>
                <a:srgbClr val="FFFFFF"/>
              </a:buClr>
              <a:buSzPct val="45000"/>
              <a:buFont typeface="Wingdings" charset="2"/>
              <a:buChar char=""/>
              <a:tabLst>
                <a:tab pos="0" algn="l"/>
              </a:tabLst>
              <a:defRPr lang="fr-FR" sz="2400" b="0" u="none" strike="noStrike">
                <a:solidFill>
                  <a:schemeClr val="lt1"/>
                </a:solidFill>
                <a:effectLst/>
                <a:uFillTx/>
                <a:latin typeface="Roboto Light"/>
              </a:defRPr>
            </a:lvl3pPr>
            <a:lvl4pPr lvl="3" algn="l" defTabSz="914400">
              <a:lnSpc>
                <a:spcPct val="90000"/>
              </a:lnSpc>
              <a:spcBef>
                <a:spcPts val="567"/>
              </a:spcBef>
              <a:buClr>
                <a:srgbClr val="FFFFFF"/>
              </a:buClr>
              <a:buSzPct val="75000"/>
              <a:buFont typeface="Symbol" charset="2"/>
              <a:buChar char=""/>
              <a:tabLst>
                <a:tab pos="0" algn="l"/>
              </a:tabLst>
              <a:defRPr lang="fr-FR" sz="2000" b="0" u="none" strike="noStrike">
                <a:solidFill>
                  <a:schemeClr val="lt1"/>
                </a:solidFill>
                <a:effectLst/>
                <a:uFillTx/>
                <a:latin typeface="Roboto Light"/>
              </a:defRPr>
            </a:lvl4pPr>
            <a:lvl5pPr lvl="4" algn="l" defTabSz="914400">
              <a:lnSpc>
                <a:spcPct val="90000"/>
              </a:lnSpc>
              <a:spcBef>
                <a:spcPts val="283"/>
              </a:spcBef>
              <a:buClr>
                <a:srgbClr val="FFFFFF"/>
              </a:buClr>
              <a:buSzPct val="45000"/>
              <a:buFont typeface="Wingdings" charset="2"/>
              <a:buChar char=""/>
              <a:tabLst>
                <a:tab pos="0" algn="l"/>
              </a:tabLst>
              <a:defRPr lang="fr-FR" sz="2000" b="0" u="none" strike="noStrike">
                <a:solidFill>
                  <a:schemeClr val="lt1"/>
                </a:solidFill>
                <a:effectLst/>
                <a:uFillTx/>
                <a:latin typeface="Roboto Light"/>
              </a:defRPr>
            </a:lvl5pPr>
            <a:lvl6pPr lvl="5" algn="l" defTabSz="914400">
              <a:lnSpc>
                <a:spcPct val="90000"/>
              </a:lnSpc>
              <a:spcBef>
                <a:spcPts val="283"/>
              </a:spcBef>
              <a:buClr>
                <a:srgbClr val="FFFFFF"/>
              </a:buClr>
              <a:buSzPct val="45000"/>
              <a:buFont typeface="Wingdings" charset="2"/>
              <a:buChar char=""/>
              <a:tabLst>
                <a:tab pos="0" algn="l"/>
              </a:tabLst>
              <a:defRPr lang="fr-FR" sz="2000" b="0" u="none" strike="noStrike">
                <a:solidFill>
                  <a:schemeClr val="lt1"/>
                </a:solidFill>
                <a:effectLst/>
                <a:uFillTx/>
                <a:latin typeface="Roboto Light"/>
              </a:defRPr>
            </a:lvl6pPr>
            <a:lvl7pPr lvl="6" algn="l" defTabSz="914400">
              <a:lnSpc>
                <a:spcPct val="90000"/>
              </a:lnSpc>
              <a:spcBef>
                <a:spcPts val="283"/>
              </a:spcBef>
              <a:buClr>
                <a:srgbClr val="FFFFFF"/>
              </a:buClr>
              <a:buSzPct val="45000"/>
              <a:buFont typeface="Wingdings" charset="2"/>
              <a:buChar char=""/>
              <a:tabLst>
                <a:tab pos="0" algn="l"/>
              </a:tabLst>
              <a:defRPr lang="fr-FR" sz="2000" b="0" u="none" strike="noStrike">
                <a:solidFill>
                  <a:schemeClr val="lt1"/>
                </a:solidFill>
                <a:effectLst/>
                <a:uFillTx/>
                <a:latin typeface="Roboto Light"/>
              </a:defRPr>
            </a:lvl7pPr>
          </a:lstStyle>
          <a:p>
            <a:pPr indent="0" algn="l" defTabSz="914400">
              <a:lnSpc>
                <a:spcPct val="90000"/>
              </a:lnSpc>
              <a:spcBef>
                <a:spcPts val="1001"/>
              </a:spcBef>
              <a:tabLst>
                <a:tab pos="0" algn="l"/>
              </a:tabLst>
            </a:pPr>
            <a:r>
              <a:rPr lang="fr-FR" sz="2400" b="0" u="none" strike="noStrike">
                <a:solidFill>
                  <a:schemeClr val="lt1"/>
                </a:solidFill>
                <a:effectLst/>
                <a:uFillTx/>
                <a:latin typeface="Roboto Light"/>
              </a:rPr>
              <a:t>Click to edit the outline text format</a:t>
            </a:r>
            <a:endParaRPr lang="fr-FR" sz="2400" b="0" u="none" strike="noStrike">
              <a:solidFill>
                <a:schemeClr val="lt1"/>
              </a:solidFill>
              <a:effectLst/>
              <a:uFillTx/>
              <a:latin typeface="Roboto Light"/>
            </a:endParaRPr>
          </a:p>
          <a:p>
            <a:pPr marL="864000" lvl="1" indent="-324000" algn="l" defTabSz="914400">
              <a:lnSpc>
                <a:spcPct val="90000"/>
              </a:lnSpc>
              <a:spcBef>
                <a:spcPts val="1134"/>
              </a:spcBef>
              <a:buClr>
                <a:srgbClr val="FFFFFF"/>
              </a:buClr>
              <a:buSzPct val="75000"/>
              <a:buFont typeface="Symbol" charset="2"/>
              <a:buChar char=""/>
              <a:tabLst>
                <a:tab pos="0" algn="l"/>
              </a:tabLst>
            </a:pPr>
            <a:r>
              <a:rPr lang="fr-FR" sz="2800" b="0" u="none" strike="noStrike">
                <a:solidFill>
                  <a:schemeClr val="lt1"/>
                </a:solidFill>
                <a:effectLst/>
                <a:uFillTx/>
                <a:latin typeface="Roboto Light"/>
              </a:rPr>
              <a:t>Second Outline Level</a:t>
            </a:r>
            <a:endParaRPr lang="fr-FR" sz="2800" b="0" u="none" strike="noStrike">
              <a:solidFill>
                <a:schemeClr val="lt1"/>
              </a:solidFill>
              <a:effectLst/>
              <a:uFillTx/>
              <a:latin typeface="Roboto Light"/>
            </a:endParaRPr>
          </a:p>
          <a:p>
            <a:pPr marL="1296000" lvl="2" indent="-288000" algn="l" defTabSz="914400">
              <a:lnSpc>
                <a:spcPct val="90000"/>
              </a:lnSpc>
              <a:spcBef>
                <a:spcPts val="850"/>
              </a:spcBef>
              <a:buClr>
                <a:srgbClr val="FFFFFF"/>
              </a:buClr>
              <a:buSzPct val="45000"/>
              <a:buFont typeface="Wingdings" charset="2"/>
              <a:buChar char=""/>
              <a:tabLst>
                <a:tab pos="0" algn="l"/>
              </a:tabLst>
            </a:pPr>
            <a:r>
              <a:rPr lang="fr-FR" sz="2400" b="0" u="none" strike="noStrike">
                <a:solidFill>
                  <a:schemeClr val="lt1"/>
                </a:solidFill>
                <a:effectLst/>
                <a:uFillTx/>
                <a:latin typeface="Roboto Light"/>
              </a:rPr>
              <a:t>Third Outline Level</a:t>
            </a:r>
            <a:endParaRPr lang="fr-FR" sz="2400" b="0" u="none" strike="noStrike">
              <a:solidFill>
                <a:schemeClr val="lt1"/>
              </a:solidFill>
              <a:effectLst/>
              <a:uFillTx/>
              <a:latin typeface="Roboto Light"/>
            </a:endParaRPr>
          </a:p>
          <a:p>
            <a:pPr marL="1728000" lvl="3" indent="-216000" algn="l" defTabSz="914400">
              <a:lnSpc>
                <a:spcPct val="90000"/>
              </a:lnSpc>
              <a:spcBef>
                <a:spcPts val="567"/>
              </a:spcBef>
              <a:buClr>
                <a:srgbClr val="FFFFFF"/>
              </a:buClr>
              <a:buSzPct val="75000"/>
              <a:buFont typeface="Symbol" charset="2"/>
              <a:buChar char=""/>
              <a:tabLst>
                <a:tab pos="0" algn="l"/>
              </a:tabLst>
            </a:pPr>
            <a:r>
              <a:rPr lang="fr-FR" sz="2000" b="0" u="none" strike="noStrike">
                <a:solidFill>
                  <a:schemeClr val="lt1"/>
                </a:solidFill>
                <a:effectLst/>
                <a:uFillTx/>
                <a:latin typeface="Roboto Light"/>
              </a:rPr>
              <a:t>Fourth Outline Level</a:t>
            </a:r>
            <a:endParaRPr lang="fr-FR" sz="2000" b="0" u="none" strike="noStrike">
              <a:solidFill>
                <a:schemeClr val="lt1"/>
              </a:solidFill>
              <a:effectLst/>
              <a:uFillTx/>
              <a:latin typeface="Roboto Light"/>
            </a:endParaRPr>
          </a:p>
          <a:p>
            <a:pPr marL="2160000" lvl="4" indent="-216000" algn="l" defTabSz="914400">
              <a:lnSpc>
                <a:spcPct val="90000"/>
              </a:lnSpc>
              <a:spcBef>
                <a:spcPts val="283"/>
              </a:spcBef>
              <a:buClr>
                <a:srgbClr val="FFFFFF"/>
              </a:buClr>
              <a:buSzPct val="45000"/>
              <a:buFont typeface="Wingdings" charset="2"/>
              <a:buChar char=""/>
              <a:tabLst>
                <a:tab pos="0" algn="l"/>
              </a:tabLst>
            </a:pPr>
            <a:r>
              <a:rPr lang="fr-FR" sz="2000" b="0" u="none" strike="noStrike">
                <a:solidFill>
                  <a:schemeClr val="lt1"/>
                </a:solidFill>
                <a:effectLst/>
                <a:uFillTx/>
                <a:latin typeface="Roboto Light"/>
              </a:rPr>
              <a:t>Fifth Outline Level</a:t>
            </a:r>
            <a:endParaRPr lang="fr-FR" sz="2000" b="0" u="none" strike="noStrike">
              <a:solidFill>
                <a:schemeClr val="lt1"/>
              </a:solidFill>
              <a:effectLst/>
              <a:uFillTx/>
              <a:latin typeface="Roboto Light"/>
            </a:endParaRPr>
          </a:p>
          <a:p>
            <a:pPr marL="2592000" lvl="5" indent="-216000" algn="l" defTabSz="914400">
              <a:lnSpc>
                <a:spcPct val="90000"/>
              </a:lnSpc>
              <a:spcBef>
                <a:spcPts val="283"/>
              </a:spcBef>
              <a:buClr>
                <a:srgbClr val="FFFFFF"/>
              </a:buClr>
              <a:buSzPct val="45000"/>
              <a:buFont typeface="Wingdings" charset="2"/>
              <a:buChar char=""/>
              <a:tabLst>
                <a:tab pos="0" algn="l"/>
              </a:tabLst>
            </a:pPr>
            <a:r>
              <a:rPr lang="fr-FR" sz="2000" b="0" u="none" strike="noStrike">
                <a:solidFill>
                  <a:schemeClr val="lt1"/>
                </a:solidFill>
                <a:effectLst/>
                <a:uFillTx/>
                <a:latin typeface="Roboto Light"/>
              </a:rPr>
              <a:t>Sixth Outline Level</a:t>
            </a:r>
            <a:endParaRPr lang="fr-FR" sz="2000" b="0" u="none" strike="noStrike">
              <a:solidFill>
                <a:schemeClr val="lt1"/>
              </a:solidFill>
              <a:effectLst/>
              <a:uFillTx/>
              <a:latin typeface="Roboto Light"/>
            </a:endParaRPr>
          </a:p>
          <a:p>
            <a:pPr marL="3024000" lvl="6" indent="-216000" algn="l" defTabSz="914400">
              <a:lnSpc>
                <a:spcPct val="90000"/>
              </a:lnSpc>
              <a:spcBef>
                <a:spcPts val="283"/>
              </a:spcBef>
              <a:buClr>
                <a:srgbClr val="FFFFFF"/>
              </a:buClr>
              <a:buSzPct val="45000"/>
              <a:buFont typeface="Wingdings" charset="2"/>
              <a:buChar char=""/>
              <a:tabLst>
                <a:tab pos="0" algn="l"/>
              </a:tabLst>
            </a:pPr>
            <a:r>
              <a:rPr lang="fr-FR" sz="2000" b="0" u="none" strike="noStrike">
                <a:solidFill>
                  <a:schemeClr val="lt1"/>
                </a:solidFill>
                <a:effectLst/>
                <a:uFillTx/>
                <a:latin typeface="Roboto Light"/>
              </a:rPr>
              <a:t>Seventh Outline Level</a:t>
            </a:r>
            <a:endParaRPr lang="fr-FR" sz="2000" b="0" u="none" strike="noStrike">
              <a:solidFill>
                <a:schemeClr val="lt1"/>
              </a:solidFill>
              <a:effectLst/>
              <a:uFillTx/>
              <a:latin typeface="Roboto Light"/>
            </a:endParaRPr>
          </a:p>
        </p:txBody>
      </p:sp>
    </p:spTree>
  </p:cSld>
  <p:clrMap bg1="lt1" tx1="dk1" bg2="lt2"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 id="2147483658"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2"/>
    <p:sldLayoutId id="2147483681" r:id="rId3"/>
    <p:sldLayoutId id="2147483682" r:id="rId4"/>
    <p:sldLayoutId id="2147483683" r:id="rId5"/>
    <p:sldLayoutId id="2147483684" r:id="rId6"/>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6" r:id="rId2"/>
    <p:sldLayoutId id="2147483687" r:id="rId3"/>
    <p:sldLayoutId id="2147483688" r:id="rId4"/>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en-US" sz="4400" b="0" u="none" strike="noStrike">
                <a:solidFill>
                  <a:schemeClr val="dk1"/>
                </a:solidFill>
                <a:effectLst/>
                <a:uFillTx/>
                <a:latin typeface="Calibri Light"/>
              </a:defRPr>
            </a:lvl1pPr>
          </a:lstStyle>
          <a:p>
            <a:pPr indent="0" algn="ctr">
              <a:buNone/>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94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70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hyperlink" Target="https://npmtrends.com/@angular/core-vs-react-vs-react-dom-vs-react-native" TargetMode="External"/><Relationship Id="rId3" Type="http://schemas.openxmlformats.org/officeDocument/2006/relationships/slideLayout" Target="../slideLayouts/slideLayout9.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1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17.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5.png"/><Relationship Id="rId3" Type="http://schemas.openxmlformats.org/officeDocument/2006/relationships/slideLayout" Target="../slideLayouts/slideLayout9.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5.png"/><Relationship Id="rId3" Type="http://schemas.openxmlformats.org/officeDocument/2006/relationships/slideLayout" Target="../slideLayouts/slideLayout9.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4.xml"/><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hasCustomPrompt="1"/>
          </p:nvPr>
        </p:nvSpPr>
        <p:spPr>
          <a:xfrm>
            <a:off x="1010520" y="934920"/>
            <a:ext cx="6018840" cy="3842640"/>
          </a:xfrm>
          <a:prstGeom prst="rect">
            <a:avLst/>
          </a:prstGeom>
          <a:noFill/>
          <a:ln w="0">
            <a:noFill/>
          </a:ln>
        </p:spPr>
        <p:txBody>
          <a:bodyPr lIns="90000" tIns="45000" rIns="90000" bIns="45000" anchor="b">
            <a:noAutofit/>
          </a:bodyPr>
          <a:p>
            <a:pPr indent="0" algn="l" defTabSz="914400">
              <a:lnSpc>
                <a:spcPct val="100000"/>
              </a:lnSpc>
              <a:spcBef>
                <a:spcPts val="1001"/>
              </a:spcBef>
              <a:buNone/>
              <a:tabLst>
                <a:tab pos="0" algn="l"/>
              </a:tabLst>
            </a:pPr>
            <a:r>
              <a:rPr lang="fr-FR" sz="4800" b="0" u="none" strike="noStrike">
                <a:solidFill>
                  <a:schemeClr val="lt1"/>
                </a:solidFill>
                <a:effectLst/>
                <a:uFillTx/>
                <a:latin typeface="Roboto Black"/>
                <a:ea typeface="Roboto Black"/>
              </a:rPr>
              <a:t>React vs Angular</a:t>
            </a:r>
            <a:endParaRPr lang="fr-FR" sz="4800" b="0" u="none" strike="noStrike">
              <a:solidFill>
                <a:schemeClr val="lt1"/>
              </a:solidFill>
              <a:effectLst/>
              <a:uFillTx/>
              <a:latin typeface="Roboto Light"/>
            </a:endParaRPr>
          </a:p>
          <a:p>
            <a:pPr indent="0" algn="l" defTabSz="914400">
              <a:lnSpc>
                <a:spcPct val="100000"/>
              </a:lnSpc>
              <a:spcBef>
                <a:spcPts val="1199"/>
              </a:spcBef>
              <a:buNone/>
              <a:tabLst>
                <a:tab pos="0" algn="l"/>
              </a:tabLst>
            </a:pPr>
            <a:r>
              <a:rPr lang="fr-FR" sz="2000" b="0" u="none" strike="noStrike">
                <a:solidFill>
                  <a:srgbClr val="C9CEDB"/>
                </a:solidFill>
                <a:effectLst/>
                <a:uFillTx/>
                <a:latin typeface="Roboto Light"/>
                <a:ea typeface="Roboto Black"/>
              </a:rPr>
              <a:t>Deux façons de construire une interface web</a:t>
            </a:r>
            <a:endParaRPr lang="fr-FR" sz="2000" b="0" u="none" strike="noStrike">
              <a:solidFill>
                <a:schemeClr val="lt1"/>
              </a:solidFill>
              <a:effectLst/>
              <a:uFillTx/>
              <a:latin typeface="Roboto Light"/>
            </a:endParaRPr>
          </a:p>
        </p:txBody>
      </p:sp>
      <p:pic>
        <p:nvPicPr>
          <p:cNvPr id="949" name="Picture 2" descr="react_light.png"/>
          <p:cNvPicPr/>
          <p:nvPr/>
        </p:nvPicPr>
        <p:blipFill>
          <a:blip r:embed="rId1"/>
          <a:stretch/>
        </p:blipFill>
        <p:spPr>
          <a:xfrm>
            <a:off x="960120" y="1097280"/>
            <a:ext cx="822240" cy="822240"/>
          </a:xfrm>
          <a:prstGeom prst="rect">
            <a:avLst/>
          </a:prstGeom>
          <a:noFill/>
          <a:ln w="0">
            <a:noFill/>
          </a:ln>
        </p:spPr>
      </p:pic>
      <p:pic>
        <p:nvPicPr>
          <p:cNvPr id="950" name="Picture 3" descr="angular_light.png"/>
          <p:cNvPicPr/>
          <p:nvPr/>
        </p:nvPicPr>
        <p:blipFill>
          <a:blip r:embed="rId2"/>
          <a:stretch/>
        </p:blipFill>
        <p:spPr>
          <a:xfrm>
            <a:off x="2057400" y="1097280"/>
            <a:ext cx="822240" cy="822240"/>
          </a:xfrm>
          <a:prstGeom prst="rect">
            <a:avLst/>
          </a:prstGeom>
          <a:noFill/>
          <a:ln w="0">
            <a:noFill/>
          </a:ln>
        </p:spPr>
      </p:pic>
      <p:sp>
        <p:nvSpPr>
          <p:cNvPr id="951" name="TextBox 4"/>
          <p:cNvSpPr/>
          <p:nvPr/>
        </p:nvSpPr>
        <p:spPr>
          <a:xfrm>
            <a:off x="914400" y="5660280"/>
            <a:ext cx="3016800" cy="401760"/>
          </a:xfrm>
          <a:prstGeom prst="rect">
            <a:avLst/>
          </a:prstGeom>
          <a:solidFill>
            <a:srgbClr val="0C152D"/>
          </a:solidFill>
          <a:ln w="0">
            <a:noFill/>
          </a:ln>
        </p:spPr>
        <p:style>
          <a:lnRef idx="0"/>
          <a:fillRef idx="0"/>
          <a:effectRef idx="0"/>
          <a:fontRef idx="minor"/>
        </p:style>
        <p:txBody>
          <a:bodyPr lIns="90000" tIns="0" rIns="0" bIns="0" anchor="ctr">
            <a:spAutoFit/>
          </a:bodyPr>
          <a:p>
            <a:pPr defTabSz="914400">
              <a:lnSpc>
                <a:spcPct val="100000"/>
              </a:lnSpc>
            </a:pPr>
            <a:r>
              <a:rPr lang="fr-FR" sz="2000" b="1" u="none" strike="noStrike">
                <a:solidFill>
                  <a:srgbClr val="FF0000"/>
                </a:solidFill>
                <a:effectLst/>
                <a:uFillTx/>
                <a:latin typeface="Roboto"/>
              </a:rPr>
              <a:t>React 19  ·  Angular 22</a:t>
            </a:r>
            <a:endParaRPr lang="en-US"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title"/>
          </p:nvPr>
        </p:nvSpPr>
        <p:spPr>
          <a:xfrm>
            <a:off x="1828800" y="859680"/>
            <a:ext cx="5485680" cy="1096560"/>
          </a:xfrm>
          <a:prstGeom prst="rect">
            <a:avLst/>
          </a:prstGeom>
          <a:noFill/>
          <a:ln w="0">
            <a:noFill/>
          </a:ln>
        </p:spPr>
        <p:txBody>
          <a:bodyPr lIns="91440" tIns="45720" rIns="91440" bIns="45720" anchor="t">
            <a:noAutofit/>
          </a:bodyPr>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React</a:t>
            </a:r>
            <a:endParaRPr lang="fr-FR" sz="3600" b="0" u="none" strike="noStrike">
              <a:solidFill>
                <a:schemeClr val="dk2"/>
              </a:solidFill>
              <a:effectLst/>
              <a:uFillTx/>
              <a:latin typeface="Roboto Black"/>
            </a:endParaRPr>
          </a:p>
        </p:txBody>
      </p:sp>
      <p:sp>
        <p:nvSpPr>
          <p:cNvPr id="953" name="Oval 2"/>
          <p:cNvSpPr/>
          <p:nvPr/>
        </p:nvSpPr>
        <p:spPr>
          <a:xfrm>
            <a:off x="841320" y="749880"/>
            <a:ext cx="776520" cy="776520"/>
          </a:xfrm>
          <a:prstGeom prst="ellipse">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pic>
        <p:nvPicPr>
          <p:cNvPr id="954" name="Picture 3" descr="react_dark.png"/>
          <p:cNvPicPr/>
          <p:nvPr/>
        </p:nvPicPr>
        <p:blipFill>
          <a:blip r:embed="rId1"/>
          <a:stretch/>
        </p:blipFill>
        <p:spPr>
          <a:xfrm>
            <a:off x="1012320" y="920880"/>
            <a:ext cx="434520" cy="434520"/>
          </a:xfrm>
          <a:prstGeom prst="rect">
            <a:avLst/>
          </a:prstGeom>
          <a:noFill/>
          <a:ln w="0">
            <a:noFill/>
          </a:ln>
        </p:spPr>
      </p:pic>
      <p:sp>
        <p:nvSpPr>
          <p:cNvPr id="955" name="TextBox 4"/>
          <p:cNvSpPr/>
          <p:nvPr/>
        </p:nvSpPr>
        <p:spPr>
          <a:xfrm>
            <a:off x="841320" y="2240280"/>
            <a:ext cx="6400080" cy="3565440"/>
          </a:xfrm>
          <a:prstGeom prst="rect">
            <a:avLst/>
          </a:prstGeom>
          <a:noFill/>
          <a:ln w="0">
            <a:noFill/>
          </a:ln>
        </p:spPr>
        <p:style>
          <a:lnRef idx="0"/>
          <a:fillRef idx="0"/>
          <a:effectRef idx="0"/>
          <a:fontRef idx="minor"/>
        </p:style>
        <p:txBody>
          <a:bodyPr lIns="0" tIns="0" rIns="0" bIns="0" anchor="t">
            <a:spAutoFit/>
          </a:bodyPr>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Maintenu par Meta, open source</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Bibliothèque de gestion d'état réactif ; le rendu web passe par React-DOM</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Historiquement JavaScript, TypeScript supporté depuis 2015</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Composants fonctionnels : un composant = une fonction</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1 version majeure tous les 1 à 2 ans, avec de grosses versions mineures</a:t>
            </a:r>
            <a:endParaRPr lang="en-US" sz="1800" b="0" u="none" strike="noStrike">
              <a:solidFill>
                <a:srgbClr val="000000"/>
              </a:solidFill>
              <a:effectLst/>
              <a:uFillTx/>
              <a:latin typeface="Arial"/>
            </a:endParaRPr>
          </a:p>
        </p:txBody>
      </p:sp>
      <p:sp>
        <p:nvSpPr>
          <p:cNvPr id="956" name="Rounded Rectangle 5"/>
          <p:cNvSpPr/>
          <p:nvPr/>
        </p:nvSpPr>
        <p:spPr>
          <a:xfrm>
            <a:off x="7863840" y="2240280"/>
            <a:ext cx="3474000" cy="3428280"/>
          </a:xfrm>
          <a:prstGeom prst="roundRect">
            <a:avLst>
              <a:gd name="adj" fmla="val 6000"/>
            </a:avLst>
          </a:prstGeom>
          <a:solidFill>
            <a:srgbClr val="0C152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957" name="TextBox 6"/>
          <p:cNvSpPr/>
          <p:nvPr/>
        </p:nvSpPr>
        <p:spPr>
          <a:xfrm>
            <a:off x="8229600" y="2651760"/>
            <a:ext cx="2742480" cy="10965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6600" b="0" u="none" strike="noStrike">
                <a:solidFill>
                  <a:srgbClr val="61DAFB"/>
                </a:solidFill>
                <a:effectLst/>
                <a:uFillTx/>
                <a:latin typeface="Roboto Black"/>
              </a:rPr>
              <a:t>165 M</a:t>
            </a:r>
            <a:endParaRPr lang="en-US" sz="6600" b="0" u="none" strike="noStrike">
              <a:solidFill>
                <a:srgbClr val="000000"/>
              </a:solidFill>
              <a:effectLst/>
              <a:uFillTx/>
              <a:latin typeface="Arial"/>
            </a:endParaRPr>
          </a:p>
        </p:txBody>
      </p:sp>
      <p:sp>
        <p:nvSpPr>
          <p:cNvPr id="958" name="TextBox 7"/>
          <p:cNvSpPr/>
          <p:nvPr/>
        </p:nvSpPr>
        <p:spPr>
          <a:xfrm>
            <a:off x="8229600" y="3840480"/>
            <a:ext cx="2742480" cy="7308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800" b="0" u="none" strike="noStrike">
                <a:solidFill>
                  <a:srgbClr val="FFFFFF"/>
                </a:solidFill>
                <a:effectLst/>
                <a:uFillTx/>
                <a:latin typeface="Roboto Light"/>
              </a:rPr>
              <a:t>téléchargements npm par semaine</a:t>
            </a:r>
            <a:endParaRPr lang="en-US" sz="1800" b="0" u="none" strike="noStrike">
              <a:solidFill>
                <a:srgbClr val="000000"/>
              </a:solidFill>
              <a:effectLst/>
              <a:uFillTx/>
              <a:latin typeface="Arial"/>
            </a:endParaRPr>
          </a:p>
        </p:txBody>
      </p:sp>
      <p:sp>
        <p:nvSpPr>
          <p:cNvPr id="959" name="TextBox 8"/>
          <p:cNvSpPr/>
          <p:nvPr/>
        </p:nvSpPr>
        <p:spPr>
          <a:xfrm>
            <a:off x="8229600" y="5074920"/>
            <a:ext cx="2742480" cy="319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200" b="0" u="none" strike="noStrike">
                <a:solidFill>
                  <a:srgbClr val="AEB6C6"/>
                </a:solidFill>
                <a:effectLst/>
                <a:uFillTx/>
                <a:latin typeface="Roboto Light"/>
              </a:rPr>
              <a:t>react-dom · 30/09/2026</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title"/>
          </p:nvPr>
        </p:nvSpPr>
        <p:spPr>
          <a:xfrm>
            <a:off x="5833800" y="859680"/>
            <a:ext cx="5485680" cy="1096560"/>
          </a:xfrm>
          <a:prstGeom prst="rect">
            <a:avLst/>
          </a:prstGeom>
          <a:noFill/>
          <a:ln w="0">
            <a:noFill/>
          </a:ln>
        </p:spPr>
        <p:txBody>
          <a:bodyPr lIns="91440" tIns="45720" rIns="91440" bIns="45720" anchor="t">
            <a:noAutofit/>
          </a:bodyPr>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Angular</a:t>
            </a:r>
            <a:endParaRPr lang="fr-FR" sz="3600" b="0" u="none" strike="noStrike">
              <a:solidFill>
                <a:schemeClr val="dk2"/>
              </a:solidFill>
              <a:effectLst/>
              <a:uFillTx/>
              <a:latin typeface="Roboto Black"/>
            </a:endParaRPr>
          </a:p>
        </p:txBody>
      </p:sp>
      <p:sp>
        <p:nvSpPr>
          <p:cNvPr id="961" name="Rounded Rectangle 2"/>
          <p:cNvSpPr/>
          <p:nvPr/>
        </p:nvSpPr>
        <p:spPr>
          <a:xfrm>
            <a:off x="841320" y="2240280"/>
            <a:ext cx="3474000" cy="3428280"/>
          </a:xfrm>
          <a:prstGeom prst="roundRect">
            <a:avLst>
              <a:gd name="adj" fmla="val 6000"/>
            </a:avLst>
          </a:prstGeom>
          <a:solidFill>
            <a:srgbClr val="0C152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962" name="TextBox 3"/>
          <p:cNvSpPr/>
          <p:nvPr/>
        </p:nvSpPr>
        <p:spPr>
          <a:xfrm>
            <a:off x="1207080" y="2651760"/>
            <a:ext cx="2742480" cy="10965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6600" b="0" u="none" strike="noStrike">
                <a:solidFill>
                  <a:srgbClr val="F0355A"/>
                </a:solidFill>
                <a:effectLst/>
                <a:uFillTx/>
                <a:latin typeface="Roboto Black"/>
              </a:rPr>
              <a:t>5,7 M</a:t>
            </a:r>
            <a:endParaRPr lang="en-US" sz="6600" b="0" u="none" strike="noStrike">
              <a:solidFill>
                <a:srgbClr val="000000"/>
              </a:solidFill>
              <a:effectLst/>
              <a:uFillTx/>
              <a:latin typeface="Arial"/>
            </a:endParaRPr>
          </a:p>
        </p:txBody>
      </p:sp>
      <p:sp>
        <p:nvSpPr>
          <p:cNvPr id="963" name="TextBox 4"/>
          <p:cNvSpPr/>
          <p:nvPr/>
        </p:nvSpPr>
        <p:spPr>
          <a:xfrm>
            <a:off x="1207080" y="3840480"/>
            <a:ext cx="2742480" cy="7308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800" b="0" u="none" strike="noStrike">
                <a:solidFill>
                  <a:srgbClr val="FFFFFF"/>
                </a:solidFill>
                <a:effectLst/>
                <a:uFillTx/>
                <a:latin typeface="Roboto Light"/>
              </a:rPr>
              <a:t>téléchargements npm par semaine</a:t>
            </a:r>
            <a:endParaRPr lang="en-US" sz="1800" b="0" u="none" strike="noStrike">
              <a:solidFill>
                <a:srgbClr val="000000"/>
              </a:solidFill>
              <a:effectLst/>
              <a:uFillTx/>
              <a:latin typeface="Arial"/>
            </a:endParaRPr>
          </a:p>
        </p:txBody>
      </p:sp>
      <p:sp>
        <p:nvSpPr>
          <p:cNvPr id="964" name="TextBox 5"/>
          <p:cNvSpPr/>
          <p:nvPr/>
        </p:nvSpPr>
        <p:spPr>
          <a:xfrm>
            <a:off x="1207080" y="5074920"/>
            <a:ext cx="2742480" cy="319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200" b="0" u="none" strike="noStrike">
                <a:solidFill>
                  <a:srgbClr val="AEB6C6"/>
                </a:solidFill>
                <a:effectLst/>
                <a:uFillTx/>
                <a:latin typeface="Roboto Light"/>
              </a:rPr>
              <a:t>@angular/core · 30/09/2026</a:t>
            </a:r>
            <a:endParaRPr lang="en-US" sz="1200" b="0" u="none" strike="noStrike">
              <a:solidFill>
                <a:srgbClr val="000000"/>
              </a:solidFill>
              <a:effectLst/>
              <a:uFillTx/>
              <a:latin typeface="Arial"/>
            </a:endParaRPr>
          </a:p>
        </p:txBody>
      </p:sp>
      <p:sp>
        <p:nvSpPr>
          <p:cNvPr id="965" name="Oval 6"/>
          <p:cNvSpPr/>
          <p:nvPr/>
        </p:nvSpPr>
        <p:spPr>
          <a:xfrm>
            <a:off x="4846320" y="749880"/>
            <a:ext cx="776520" cy="776520"/>
          </a:xfrm>
          <a:prstGeom prst="ellipse">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pic>
        <p:nvPicPr>
          <p:cNvPr id="966" name="Picture 7" descr="angular_dark.png"/>
          <p:cNvPicPr/>
          <p:nvPr/>
        </p:nvPicPr>
        <p:blipFill>
          <a:blip r:embed="rId1"/>
          <a:stretch/>
        </p:blipFill>
        <p:spPr>
          <a:xfrm>
            <a:off x="5017320" y="920880"/>
            <a:ext cx="434520" cy="434520"/>
          </a:xfrm>
          <a:prstGeom prst="rect">
            <a:avLst/>
          </a:prstGeom>
          <a:noFill/>
          <a:ln w="0">
            <a:noFill/>
          </a:ln>
        </p:spPr>
      </p:pic>
      <p:sp>
        <p:nvSpPr>
          <p:cNvPr id="967" name="TextBox 8"/>
          <p:cNvSpPr/>
          <p:nvPr/>
        </p:nvSpPr>
        <p:spPr>
          <a:xfrm>
            <a:off x="4846320" y="2240280"/>
            <a:ext cx="6491520" cy="3565440"/>
          </a:xfrm>
          <a:prstGeom prst="rect">
            <a:avLst/>
          </a:prstGeom>
          <a:noFill/>
          <a:ln w="0">
            <a:noFill/>
          </a:ln>
        </p:spPr>
        <p:style>
          <a:lnRef idx="0"/>
          <a:fillRef idx="0"/>
          <a:effectRef idx="0"/>
          <a:fontRef idx="minor"/>
        </p:style>
        <p:txBody>
          <a:bodyPr lIns="0" tIns="0" rIns="0" bIns="0" anchor="t">
            <a:spAutoFit/>
          </a:bodyPr>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Maintenu par Google, open source</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Framework tout-en-un : routeur, client HTTP, formulaires, CDK…</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Composants en classes, TypeScript depuis toujours</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2 versions majeures par an</a:t>
            </a:r>
            <a:endParaRPr lang="en-US" sz="1800" b="0" u="none" strike="noStrike">
              <a:solidFill>
                <a:srgbClr val="000000"/>
              </a:solidFill>
              <a:effectLst/>
              <a:uFillTx/>
              <a:latin typeface="Arial"/>
            </a:endParaRPr>
          </a:p>
          <a:p>
            <a:pPr marL="274320" indent="-274320" defTabSz="914400">
              <a:lnSpc>
                <a:spcPct val="100000"/>
              </a:lnSpc>
              <a:spcAft>
                <a:spcPts val="1199"/>
              </a:spcAft>
              <a:buClr>
                <a:srgbClr val="FF0000"/>
              </a:buClr>
              <a:buFont typeface="Arial"/>
              <a:buChar char="•"/>
            </a:pPr>
            <a:r>
              <a:rPr lang="fr-FR" sz="1800" b="0" u="none" strike="noStrike">
                <a:solidFill>
                  <a:srgbClr val="020D23"/>
                </a:solidFill>
                <a:effectLst/>
                <a:uFillTx/>
                <a:latin typeface="Roboto Light"/>
              </a:rPr>
              <a:t>En pleine « reactisation » : signals, composants standalone, inject()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Adoption : les téléchargements npm</a:t>
            </a:r>
            <a:endParaRPr lang="fr-FR" sz="3600" b="0" u="none" strike="noStrike">
              <a:solidFill>
                <a:schemeClr val="dk2"/>
              </a:solidFill>
              <a:effectLst/>
              <a:uFillTx/>
              <a:latin typeface="Roboto Black"/>
            </a:endParaRPr>
          </a:p>
        </p:txBody>
      </p:sp>
      <p:sp>
        <p:nvSpPr>
          <p:cNvPr id="969" name="Rounded Rectangle 2"/>
          <p:cNvSpPr/>
          <p:nvPr/>
        </p:nvSpPr>
        <p:spPr>
          <a:xfrm>
            <a:off x="841320" y="2103120"/>
            <a:ext cx="5993256" cy="3441600"/>
          </a:xfrm>
          <a:prstGeom prst="roundRect">
            <a:avLst>
              <a:gd name="adj" fmla="val 4000"/>
            </a:avLst>
          </a:prstGeom>
          <a:solidFill>
            <a:srgbClr val="FFFFFF"/>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pic>
        <p:nvPicPr>
          <p:cNvPr id="970" name="Picture 3" descr="img-005.png"/>
          <p:cNvPicPr/>
          <p:nvPr/>
        </p:nvPicPr>
        <p:blipFill>
          <a:blip r:embed="rId1"/>
          <a:stretch/>
        </p:blipFill>
        <p:spPr>
          <a:xfrm>
            <a:off x="978480" y="2240280"/>
            <a:ext cx="5718936" cy="3167280"/>
          </a:xfrm>
          <a:prstGeom prst="rect">
            <a:avLst/>
          </a:prstGeom>
          <a:noFill/>
          <a:ln w="0">
            <a:noFill/>
          </a:ln>
        </p:spPr>
      </p:pic>
      <p:sp>
        <p:nvSpPr>
          <p:cNvPr id="971" name="TextBox 4"/>
          <p:cNvSpPr/>
          <p:nvPr/>
        </p:nvSpPr>
        <p:spPr>
          <a:xfrm>
            <a:off x="8503920" y="2103120"/>
            <a:ext cx="2833920" cy="10965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6600" b="0" u="none" strike="noStrike">
                <a:solidFill>
                  <a:srgbClr val="0A7EA4"/>
                </a:solidFill>
                <a:effectLst/>
                <a:uFillTx/>
                <a:latin typeface="Roboto Black"/>
              </a:rPr>
              <a:t>×29</a:t>
            </a:r>
            <a:endParaRPr lang="en-US" sz="6600" b="0" u="none" strike="noStrike">
              <a:solidFill>
                <a:srgbClr val="000000"/>
              </a:solidFill>
              <a:effectLst/>
              <a:uFillTx/>
              <a:latin typeface="Arial"/>
            </a:endParaRPr>
          </a:p>
        </p:txBody>
      </p:sp>
      <p:sp>
        <p:nvSpPr>
          <p:cNvPr id="972" name="TextBox 5"/>
          <p:cNvSpPr/>
          <p:nvPr/>
        </p:nvSpPr>
        <p:spPr>
          <a:xfrm>
            <a:off x="8503920" y="3246120"/>
            <a:ext cx="2833920" cy="10051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600" b="0" u="none" strike="noStrike">
                <a:solidFill>
                  <a:srgbClr val="020D23"/>
                </a:solidFill>
                <a:effectLst/>
                <a:uFillTx/>
                <a:latin typeface="Roboto Light"/>
              </a:rPr>
              <a:t>React est téléchargé environ 29 fois plus qu'Angular chaque semaine</a:t>
            </a:r>
            <a:endParaRPr lang="en-US" sz="1600" b="0" u="none" strike="noStrike">
              <a:solidFill>
                <a:srgbClr val="000000"/>
              </a:solidFill>
              <a:effectLst/>
              <a:uFillTx/>
              <a:latin typeface="Arial"/>
            </a:endParaRPr>
          </a:p>
        </p:txBody>
      </p:sp>
      <p:sp>
        <p:nvSpPr>
          <p:cNvPr id="973" name="TextBox 6"/>
          <p:cNvSpPr/>
          <p:nvPr/>
        </p:nvSpPr>
        <p:spPr>
          <a:xfrm>
            <a:off x="8503920" y="4343400"/>
            <a:ext cx="2833920" cy="11880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300" b="0" i="1" u="none" strike="noStrike">
                <a:solidFill>
                  <a:srgbClr val="5B6478"/>
                </a:solidFill>
                <a:effectLst/>
                <a:uFillTx/>
                <a:latin typeface="Roboto Light"/>
              </a:rPr>
              <a:t>Une tendance, pas un nombre de projets : les chiffres incluent la CI et tout l'écosystème React (Next.js, React Native…).</a:t>
            </a:r>
            <a:endParaRPr lang="en-US" sz="1300" b="0" u="none" strike="noStrike">
              <a:solidFill>
                <a:srgbClr val="000000"/>
              </a:solidFill>
              <a:effectLst/>
              <a:uFillTx/>
              <a:latin typeface="Arial"/>
            </a:endParaRPr>
          </a:p>
        </p:txBody>
      </p:sp>
      <p:sp>
        <p:nvSpPr>
          <p:cNvPr id="974" name="TextBox 7"/>
          <p:cNvSpPr/>
          <p:nvPr/>
        </p:nvSpPr>
        <p:spPr>
          <a:xfrm>
            <a:off x="841320" y="5669280"/>
            <a:ext cx="7314480" cy="319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200" b="0" u="none" strike="noStrike">
                <a:solidFill>
                  <a:srgbClr val="5B6478"/>
                </a:solidFill>
                <a:effectLst/>
                <a:uFillTx/>
                <a:latin typeface="Roboto Light"/>
              </a:rPr>
              <a:t>Source : </a:t>
            </a:r>
            <a:r>
              <a:rPr lang="fr-FR" sz="1200" b="0" u="sng" strike="noStrike">
                <a:solidFill>
                  <a:srgbClr val="FF0000"/>
                </a:solidFill>
                <a:effectLst/>
                <a:uFillTx/>
                <a:latin typeface="Roboto Light"/>
                <a:hlinkClick r:id="rId2"/>
              </a:rPr>
              <a:t>npmtrends.com/@angular/core-vs-react-vs-react-dom-vs-react-native</a:t>
            </a:r>
            <a:r>
              <a:rPr lang="fr-FR" sz="1200" b="0" u="none" strike="noStrike">
                <a:solidFill>
                  <a:srgbClr val="5B6478"/>
                </a:solidFill>
                <a:effectLst/>
                <a:uFillTx/>
                <a:latin typeface="Roboto Light"/>
              </a:rPr>
              <a:t xml:space="preserve"> · capture du 29/09/2026</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pic>
        <p:nvPicPr>
          <p:cNvPr id="975" name="Image 0" descr="/tmp/claude-1000/-home-felixsabatie-Downloads-Pr-sentation-angular-vs-react/0023244b-60ba-4634-b0b4-ae9b22a00da3/scratchpad/icons/react_light.png"/>
          <p:cNvPicPr/>
          <p:nvPr/>
        </p:nvPicPr>
        <p:blipFill>
          <a:blip r:embed="rId1"/>
          <a:stretch/>
        </p:blipFill>
        <p:spPr>
          <a:xfrm>
            <a:off x="548640" y="1463040"/>
            <a:ext cx="822600" cy="822600"/>
          </a:xfrm>
          <a:prstGeom prst="rect">
            <a:avLst/>
          </a:prstGeom>
          <a:noFill/>
          <a:ln w="0">
            <a:noFill/>
          </a:ln>
        </p:spPr>
      </p:pic>
      <p:pic>
        <p:nvPicPr>
          <p:cNvPr id="976" name="Image 1" descr="/tmp/claude-1000/-home-felixsabatie-Downloads-Pr-sentation-angular-vs-react/0023244b-60ba-4634-b0b4-ae9b22a00da3/scratchpad/icons/angular_light.png"/>
          <p:cNvPicPr/>
          <p:nvPr/>
        </p:nvPicPr>
        <p:blipFill>
          <a:blip r:embed="rId2"/>
          <a:stretch/>
        </p:blipFill>
        <p:spPr>
          <a:xfrm>
            <a:off x="1645920" y="1463040"/>
            <a:ext cx="822600" cy="822600"/>
          </a:xfrm>
          <a:prstGeom prst="rect">
            <a:avLst/>
          </a:prstGeom>
          <a:noFill/>
          <a:ln w="0">
            <a:noFill/>
          </a:ln>
        </p:spPr>
      </p:pic>
      <p:sp>
        <p:nvSpPr>
          <p:cNvPr id="977" name="Text 0"/>
          <p:cNvSpPr/>
          <p:nvPr/>
        </p:nvSpPr>
        <p:spPr>
          <a:xfrm>
            <a:off x="548640" y="2560320"/>
            <a:ext cx="9143640" cy="10054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5400" b="1" u="none" strike="noStrike">
                <a:solidFill>
                  <a:srgbClr val="EEF1F6"/>
                </a:solidFill>
                <a:effectLst/>
                <a:uFillTx/>
                <a:latin typeface="Calibri"/>
                <a:ea typeface="Calibri"/>
              </a:rPr>
              <a:t>La démo : le code</a:t>
            </a:r>
            <a:endParaRPr lang="en-US" sz="5400" b="0" u="none" strike="noStrike">
              <a:solidFill>
                <a:srgbClr val="FFFFFF"/>
              </a:solidFill>
              <a:effectLst/>
              <a:uFillTx/>
              <a:latin typeface="Arial"/>
            </a:endParaRPr>
          </a:p>
        </p:txBody>
      </p:sp>
      <p:sp>
        <p:nvSpPr>
          <p:cNvPr id="978" name="Text 1"/>
          <p:cNvSpPr/>
          <p:nvPr/>
        </p:nvSpPr>
        <p:spPr>
          <a:xfrm>
            <a:off x="548640" y="3611880"/>
            <a:ext cx="91436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2200" b="0" u="none" strike="noStrike">
                <a:solidFill>
                  <a:srgbClr val="8F9AB0"/>
                </a:solidFill>
                <a:effectLst/>
                <a:uFillTx/>
                <a:latin typeface="Calibri"/>
                <a:ea typeface="Calibri"/>
              </a:rPr>
              <a:t>Les extraits clés des deux applications jumelles, côte à côte</a:t>
            </a:r>
            <a:endParaRPr lang="en-US" sz="2200" b="0" u="none" strike="noStrike">
              <a:solidFill>
                <a:srgbClr val="FFFFFF"/>
              </a:solidFill>
              <a:effectLst/>
              <a:uFillTx/>
              <a:latin typeface="Arial"/>
            </a:endParaRPr>
          </a:p>
        </p:txBody>
      </p:sp>
      <p:sp>
        <p:nvSpPr>
          <p:cNvPr id="979" name="Text 2"/>
          <p:cNvSpPr/>
          <p:nvPr/>
        </p:nvSpPr>
        <p:spPr>
          <a:xfrm>
            <a:off x="548640" y="4663440"/>
            <a:ext cx="100580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1" u="none" strike="noStrike">
                <a:solidFill>
                  <a:srgbClr val="61DAFB"/>
                </a:solidFill>
                <a:effectLst/>
                <a:uFillTx/>
                <a:latin typeface="Calibri"/>
                <a:ea typeface="Calibri"/>
              </a:rPr>
              <a:t>React 19</a:t>
            </a:r>
            <a:r>
              <a:rPr lang="en-US" sz="1800" b="0" u="none" strike="noStrike">
                <a:solidFill>
                  <a:srgbClr val="8F9AB0"/>
                </a:solidFill>
                <a:effectLst/>
                <a:uFillTx/>
                <a:latin typeface="Calibri"/>
                <a:ea typeface="Calibri"/>
              </a:rPr>
              <a:t>   ·   </a:t>
            </a:r>
            <a:r>
              <a:rPr lang="en-US" sz="1800" b="1" u="none" strike="noStrike">
                <a:solidFill>
                  <a:srgbClr val="F0355A"/>
                </a:solidFill>
                <a:effectLst/>
                <a:uFillTx/>
                <a:latin typeface="Calibri"/>
                <a:ea typeface="Calibri"/>
              </a:rPr>
              <a:t>Angular 22</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980" name="Text 0"/>
          <p:cNvSpPr/>
          <p:nvPr/>
        </p:nvSpPr>
        <p:spPr>
          <a:xfrm>
            <a:off x="548640" y="1280160"/>
            <a:ext cx="2742840" cy="1462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0" b="1" u="none" strike="noStrike">
                <a:solidFill>
                  <a:srgbClr val="FF3B3B"/>
                </a:solidFill>
                <a:effectLst/>
                <a:uFillTx/>
                <a:latin typeface="Calibri"/>
                <a:ea typeface="Calibri"/>
              </a:rPr>
              <a:t>01</a:t>
            </a:r>
            <a:endParaRPr lang="en-US" sz="11000" b="0" u="none" strike="noStrike">
              <a:solidFill>
                <a:srgbClr val="FFFFFF"/>
              </a:solidFill>
              <a:effectLst/>
              <a:uFillTx/>
              <a:latin typeface="Arial"/>
            </a:endParaRPr>
          </a:p>
        </p:txBody>
      </p:sp>
      <p:sp>
        <p:nvSpPr>
          <p:cNvPr id="981" name="Text 1"/>
          <p:cNvSpPr/>
          <p:nvPr/>
        </p:nvSpPr>
        <p:spPr>
          <a:xfrm>
            <a:off x="548640" y="2788920"/>
            <a:ext cx="6400440" cy="822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4400" b="1" u="none" strike="noStrike">
                <a:solidFill>
                  <a:srgbClr val="EEF1F6"/>
                </a:solidFill>
                <a:effectLst/>
                <a:uFillTx/>
                <a:latin typeface="Calibri"/>
                <a:ea typeface="Calibri"/>
              </a:rPr>
              <a:t>Templates et composants</a:t>
            </a:r>
            <a:endParaRPr lang="en-US" sz="4400" b="0" u="none" strike="noStrike">
              <a:solidFill>
                <a:srgbClr val="FFFFFF"/>
              </a:solidFill>
              <a:effectLst/>
              <a:uFillTx/>
              <a:latin typeface="Arial"/>
            </a:endParaRPr>
          </a:p>
        </p:txBody>
      </p:sp>
      <p:sp>
        <p:nvSpPr>
          <p:cNvPr id="982" name="Text 2"/>
          <p:cNvSpPr/>
          <p:nvPr/>
        </p:nvSpPr>
        <p:spPr>
          <a:xfrm>
            <a:off x="548640" y="3703320"/>
            <a:ext cx="640044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8F9AB0"/>
                </a:solidFill>
                <a:effectLst/>
                <a:uFillTx/>
                <a:latin typeface="Noto Sans Mono"/>
                <a:ea typeface="Noto Sans Mono"/>
              </a:rPr>
              <a:t>Pages : Accueil · Compteur · TodoList</a:t>
            </a:r>
            <a:endParaRPr lang="en-US" sz="1400" b="0" u="none" strike="noStrike">
              <a:solidFill>
                <a:srgbClr val="FFFFFF"/>
              </a:solidFill>
              <a:effectLst/>
              <a:uFillTx/>
              <a:latin typeface="Arial"/>
            </a:endParaRPr>
          </a:p>
        </p:txBody>
      </p:sp>
      <p:sp>
        <p:nvSpPr>
          <p:cNvPr id="1001" name="Shape 3"/>
          <p:cNvSpPr/>
          <p:nvPr/>
        </p:nvSpPr>
        <p:spPr>
          <a:xfrm>
            <a:off x="6766560" y="178308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2" name="Text 4"/>
          <p:cNvSpPr/>
          <p:nvPr/>
        </p:nvSpPr>
        <p:spPr>
          <a:xfrm>
            <a:off x="6995160" y="178308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1</a:t>
            </a:r>
            <a:endParaRPr lang="en-US" sz="1600" b="0" u="none" strike="noStrike">
              <a:solidFill>
                <a:srgbClr val="FFFFFF"/>
              </a:solidFill>
              <a:effectLst/>
              <a:uFillTx/>
              <a:latin typeface="Arial"/>
            </a:endParaRPr>
          </a:p>
        </p:txBody>
      </p:sp>
      <p:sp>
        <p:nvSpPr>
          <p:cNvPr id="1003" name="Text 5"/>
          <p:cNvSpPr/>
          <p:nvPr/>
        </p:nvSpPr>
        <p:spPr>
          <a:xfrm>
            <a:off x="7406640" y="178308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Templates : syntaxe Angular vs JSX</a:t>
            </a:r>
            <a:endParaRPr lang="en-US" sz="1700" b="0" u="none" strike="noStrike">
              <a:solidFill>
                <a:srgbClr val="FFFFFF"/>
              </a:solidFill>
              <a:effectLst/>
              <a:uFillTx/>
              <a:latin typeface="Arial"/>
            </a:endParaRPr>
          </a:p>
        </p:txBody>
      </p:sp>
      <p:sp>
        <p:nvSpPr>
          <p:cNvPr id="1004" name="Shape 3"/>
          <p:cNvSpPr/>
          <p:nvPr/>
        </p:nvSpPr>
        <p:spPr>
          <a:xfrm>
            <a:off x="6766560" y="265176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5" name="Text 4"/>
          <p:cNvSpPr/>
          <p:nvPr/>
        </p:nvSpPr>
        <p:spPr>
          <a:xfrm>
            <a:off x="6995160" y="265176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2</a:t>
            </a:r>
            <a:endParaRPr lang="en-US" sz="1600" b="0" u="none" strike="noStrike">
              <a:solidFill>
                <a:srgbClr val="FFFFFF"/>
              </a:solidFill>
              <a:effectLst/>
              <a:uFillTx/>
              <a:latin typeface="Arial"/>
            </a:endParaRPr>
          </a:p>
        </p:txBody>
      </p:sp>
      <p:sp>
        <p:nvSpPr>
          <p:cNvPr id="1006" name="Text 5"/>
          <p:cNvSpPr/>
          <p:nvPr/>
        </p:nvSpPr>
        <p:spPr>
          <a:xfrm>
            <a:off x="7406640" y="265176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Composant bouton : dériver la balise HTML</a:t>
            </a:r>
            <a:endParaRPr lang="en-US" sz="1700" b="0" u="none" strike="noStrike">
              <a:solidFill>
                <a:srgbClr val="FFFFFF"/>
              </a:solidFill>
              <a:effectLst/>
              <a:uFillTx/>
              <a:latin typeface="Arial"/>
            </a:endParaRPr>
          </a:p>
        </p:txBody>
      </p:sp>
      <p:sp>
        <p:nvSpPr>
          <p:cNvPr id="1007" name="Shape 3"/>
          <p:cNvSpPr/>
          <p:nvPr/>
        </p:nvSpPr>
        <p:spPr>
          <a:xfrm>
            <a:off x="6766560" y="352044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8" name="Text 4"/>
          <p:cNvSpPr/>
          <p:nvPr/>
        </p:nvSpPr>
        <p:spPr>
          <a:xfrm>
            <a:off x="6995160" y="352044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3</a:t>
            </a:r>
            <a:endParaRPr lang="en-US" sz="1600" b="0" u="none" strike="noStrike">
              <a:solidFill>
                <a:srgbClr val="FFFFFF"/>
              </a:solidFill>
              <a:effectLst/>
              <a:uFillTx/>
              <a:latin typeface="Arial"/>
            </a:endParaRPr>
          </a:p>
        </p:txBody>
      </p:sp>
      <p:sp>
        <p:nvSpPr>
          <p:cNvPr id="1009" name="Text 5"/>
          <p:cNvSpPr/>
          <p:nvPr/>
        </p:nvSpPr>
        <p:spPr>
          <a:xfrm>
            <a:off x="7406640" y="352044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Parent-enfant : input() / output() vs props</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992" name="Text 0"/>
          <p:cNvSpPr/>
          <p:nvPr/>
        </p:nvSpPr>
        <p:spPr>
          <a:xfrm>
            <a:off x="548640" y="274320"/>
            <a:ext cx="11094120" cy="5940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EEF1F6"/>
                </a:solidFill>
                <a:effectLst/>
                <a:uFillTx/>
                <a:latin typeface="Calibri"/>
                <a:ea typeface="Calibri"/>
              </a:rPr>
              <a:t>State : signal() vs useState</a:t>
            </a:r>
            <a:endParaRPr lang="en-US" sz="3000" b="0" u="none" strike="noStrike">
              <a:solidFill>
                <a:srgbClr val="FFFFFF"/>
              </a:solidFill>
              <a:effectLst/>
              <a:uFillTx/>
              <a:latin typeface="Arial"/>
            </a:endParaRPr>
          </a:p>
        </p:txBody>
      </p:sp>
      <p:sp>
        <p:nvSpPr>
          <p:cNvPr id="993" name="Text 1"/>
          <p:cNvSpPr/>
          <p:nvPr/>
        </p:nvSpPr>
        <p:spPr>
          <a:xfrm>
            <a:off x="8899920" y="274320"/>
            <a:ext cx="2742840" cy="59400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US" sz="1200" b="0" u="none" spc="201" strike="noStrike">
                <a:solidFill>
                  <a:srgbClr val="FF3B3B"/>
                </a:solidFill>
                <a:effectLst/>
                <a:uFillTx/>
                <a:latin typeface="Noto Sans Mono"/>
                <a:ea typeface="Noto Sans Mono"/>
              </a:rPr>
              <a:t>COMPTEUR</a:t>
            </a:r>
            <a:endParaRPr lang="en-US" sz="1200" b="0" u="none" strike="noStrike">
              <a:solidFill>
                <a:srgbClr val="FFFFFF"/>
              </a:solidFill>
              <a:effectLst/>
              <a:uFillTx/>
              <a:latin typeface="Arial"/>
            </a:endParaRPr>
          </a:p>
        </p:txBody>
      </p:sp>
      <p:sp>
        <p:nvSpPr>
          <p:cNvPr id="994" name="Shape 2"/>
          <p:cNvSpPr/>
          <p:nvPr/>
        </p:nvSpPr>
        <p:spPr>
          <a:xfrm>
            <a:off x="621000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95" name="Image 0" descr="/tmp/claude-1000/-home-felixsabatie-Downloads-Pr-sentation-angular-vs-react/0023244b-60ba-4634-b0b4-ae9b22a00da3/scratchpad/icons/react_light.png"/>
          <p:cNvPicPr/>
          <p:nvPr/>
        </p:nvPicPr>
        <p:blipFill>
          <a:blip r:embed="rId1"/>
          <a:stretch/>
        </p:blipFill>
        <p:spPr>
          <a:xfrm>
            <a:off x="6438600" y="1234440"/>
            <a:ext cx="292320" cy="292320"/>
          </a:xfrm>
          <a:prstGeom prst="rect">
            <a:avLst/>
          </a:prstGeom>
          <a:noFill/>
          <a:ln w="0">
            <a:noFill/>
          </a:ln>
        </p:spPr>
      </p:pic>
      <p:sp>
        <p:nvSpPr>
          <p:cNvPr id="996" name="Text 3"/>
          <p:cNvSpPr/>
          <p:nvPr/>
        </p:nvSpPr>
        <p:spPr>
          <a:xfrm>
            <a:off x="685008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61DAFB"/>
                </a:solidFill>
                <a:effectLst/>
                <a:uFillTx/>
                <a:latin typeface="Calibri"/>
                <a:ea typeface="Calibri"/>
              </a:rPr>
              <a:t>React</a:t>
            </a:r>
            <a:endParaRPr lang="en-US" sz="1600" b="0" u="none" strike="noStrike">
              <a:solidFill>
                <a:srgbClr val="FFFFFF"/>
              </a:solidFill>
              <a:effectLst/>
              <a:uFillTx/>
              <a:latin typeface="Arial"/>
            </a:endParaRPr>
          </a:p>
        </p:txBody>
      </p:sp>
      <p:sp>
        <p:nvSpPr>
          <p:cNvPr id="997" name="Text 4"/>
          <p:cNvSpPr/>
          <p:nvPr/>
        </p:nvSpPr>
        <p:spPr>
          <a:xfrm>
            <a:off x="643860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pages/Counter/CounterPage.tsx</a:t>
            </a:r>
            <a:endParaRPr lang="en-US" sz="1000" b="0" u="none" strike="noStrike">
              <a:solidFill>
                <a:srgbClr val="FFFFFF"/>
              </a:solidFill>
              <a:effectLst/>
              <a:uFillTx/>
              <a:latin typeface="Arial"/>
            </a:endParaRPr>
          </a:p>
        </p:txBody>
      </p:sp>
      <p:sp>
        <p:nvSpPr>
          <p:cNvPr id="998" name="Shape 5"/>
          <p:cNvSpPr/>
          <p:nvPr/>
        </p:nvSpPr>
        <p:spPr>
          <a:xfrm>
            <a:off x="6365520" y="1984320"/>
            <a:ext cx="5121720" cy="3149640"/>
          </a:xfrm>
          <a:prstGeom prst="roundRect">
            <a:avLst>
              <a:gd name="adj" fmla="val 1742"/>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9" name="Text 6"/>
          <p:cNvSpPr/>
          <p:nvPr/>
        </p:nvSpPr>
        <p:spPr>
          <a:xfrm>
            <a:off x="6438600" y="2039040"/>
            <a:ext cx="4975200" cy="304020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F97583"/>
                </a:solidFill>
                <a:effectLst/>
                <a:uFillTx/>
                <a:latin typeface="Noto Sans Mono"/>
                <a:ea typeface="Noto Sans Mono"/>
              </a:rPr>
              <a:t>export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function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CounterPage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const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count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setCount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useState</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0</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000000"/>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return</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85E89D"/>
                </a:solidFill>
                <a:effectLst/>
                <a:uFillTx/>
                <a:latin typeface="Noto Sans Mono"/>
                <a:ea typeface="Noto Sans Mono"/>
              </a:rPr>
              <a:t>section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85E89D"/>
                </a:solidFill>
                <a:effectLst/>
                <a:uFillTx/>
                <a:latin typeface="Noto Sans Mono"/>
                <a:ea typeface="Noto Sans Mono"/>
              </a:rPr>
              <a:t>output</a:t>
            </a:r>
            <a:r>
              <a:rPr lang="en-US" sz="1050" b="0" u="none" strike="noStrike">
                <a:solidFill>
                  <a:srgbClr val="E1E4E8"/>
                </a:solidFill>
                <a:effectLst/>
                <a:uFillTx/>
                <a:latin typeface="Noto Sans Mono"/>
                <a:ea typeface="Noto Sans Mono"/>
              </a:rPr>
              <a:t>&gt;{count}&lt;/</a:t>
            </a:r>
            <a:r>
              <a:rPr lang="en-US" sz="1050" b="0" u="none" strike="noStrike">
                <a:solidFill>
                  <a:srgbClr val="85E89D"/>
                </a:solidFill>
                <a:effectLst/>
                <a:uFillTx/>
                <a:latin typeface="Noto Sans Mono"/>
                <a:ea typeface="Noto Sans Mono"/>
              </a:rPr>
              <a:t>output</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79B8FF"/>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onClick</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setCount</a:t>
            </a:r>
            <a:r>
              <a:rPr lang="en-US" sz="1050" b="0" u="none" strike="noStrike">
                <a:solidFill>
                  <a:srgbClr val="E1E4E8"/>
                </a:solidFill>
                <a:effectLst/>
                <a:uFillTx/>
                <a:latin typeface="Noto Sans Mono"/>
                <a:ea typeface="Noto Sans Mono"/>
              </a:rPr>
              <a:t>((</a:t>
            </a:r>
            <a:r>
              <a:rPr lang="en-US" sz="1050" b="0" u="none" strike="noStrike">
                <a:solidFill>
                  <a:srgbClr val="FFAB70"/>
                </a:solidFill>
                <a:effectLst/>
                <a:uFillTx/>
                <a:latin typeface="Noto Sans Mono"/>
                <a:ea typeface="Noto Sans Mono"/>
              </a:rPr>
              <a:t>v</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v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STEP</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 Décrémenter</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79B8FF"/>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79B8FF"/>
                </a:solidFill>
                <a:effectLst/>
                <a:uFillTx/>
                <a:latin typeface="Noto Sans Mono"/>
                <a:ea typeface="Noto Sans Mono"/>
              </a:rPr>
              <a:t>Button</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variant</a:t>
            </a:r>
            <a:r>
              <a:rPr lang="en-US" sz="1050" b="0" u="none" strike="noStrike">
                <a:solidFill>
                  <a:srgbClr val="F97583"/>
                </a:solidFill>
                <a:effectLst/>
                <a:uFillTx/>
                <a:latin typeface="Noto Sans Mono"/>
                <a:ea typeface="Noto Sans Mono"/>
              </a:rPr>
              <a:t>=</a:t>
            </a:r>
            <a:r>
              <a:rPr lang="en-US" sz="1050" b="0" u="none" strike="noStrike">
                <a:solidFill>
                  <a:srgbClr val="9ECBFF"/>
                </a:solidFill>
                <a:effectLst/>
                <a:uFillTx/>
                <a:latin typeface="Noto Sans Mono"/>
                <a:ea typeface="Noto Sans Mono"/>
              </a:rPr>
              <a:t>"ghost"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onClick</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setCount</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0</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disabled</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{count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0</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Réinitialiser</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79B8FF"/>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&lt;/</a:t>
            </a:r>
            <a:r>
              <a:rPr lang="en-US" sz="1050" b="0" u="none" strike="noStrike">
                <a:solidFill>
                  <a:srgbClr val="85E89D"/>
                </a:solidFill>
                <a:effectLst/>
                <a:uFillTx/>
                <a:latin typeface="Noto Sans Mono"/>
                <a:ea typeface="Noto Sans Mono"/>
              </a:rPr>
              <a:t>section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p:txBody>
      </p:sp>
      <p:sp>
        <p:nvSpPr>
          <p:cNvPr id="1000" name="Shape 7"/>
          <p:cNvSpPr/>
          <p:nvPr/>
        </p:nvSpPr>
        <p:spPr>
          <a:xfrm>
            <a:off x="54864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01" name="Image 1" descr="/tmp/claude-1000/-home-felixsabatie-Downloads-Pr-sentation-angular-vs-react/0023244b-60ba-4634-b0b4-ae9b22a00da3/scratchpad/icons/angular_light.png"/>
          <p:cNvPicPr/>
          <p:nvPr/>
        </p:nvPicPr>
        <p:blipFill>
          <a:blip r:embed="rId2"/>
          <a:stretch/>
        </p:blipFill>
        <p:spPr>
          <a:xfrm>
            <a:off x="777240" y="1234440"/>
            <a:ext cx="292320" cy="292320"/>
          </a:xfrm>
          <a:prstGeom prst="rect">
            <a:avLst/>
          </a:prstGeom>
          <a:noFill/>
          <a:ln w="0">
            <a:noFill/>
          </a:ln>
        </p:spPr>
      </p:pic>
      <p:sp>
        <p:nvSpPr>
          <p:cNvPr id="1002" name="Text 8"/>
          <p:cNvSpPr/>
          <p:nvPr/>
        </p:nvSpPr>
        <p:spPr>
          <a:xfrm>
            <a:off x="118872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0355A"/>
                </a:solidFill>
                <a:effectLst/>
                <a:uFillTx/>
                <a:latin typeface="Calibri"/>
                <a:ea typeface="Calibri"/>
              </a:rPr>
              <a:t>Angular</a:t>
            </a:r>
            <a:endParaRPr lang="en-US" sz="1600" b="0" u="none" strike="noStrike">
              <a:solidFill>
                <a:srgbClr val="FFFFFF"/>
              </a:solidFill>
              <a:effectLst/>
              <a:uFillTx/>
              <a:latin typeface="Arial"/>
            </a:endParaRPr>
          </a:p>
        </p:txBody>
      </p:sp>
      <p:sp>
        <p:nvSpPr>
          <p:cNvPr id="1003" name="Text 9"/>
          <p:cNvSpPr/>
          <p:nvPr/>
        </p:nvSpPr>
        <p:spPr>
          <a:xfrm>
            <a:off x="77724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pages/counter/counter.ts</a:t>
            </a:r>
            <a:endParaRPr lang="en-US" sz="1000" b="0" u="none" strike="noStrike">
              <a:solidFill>
                <a:srgbClr val="FFFFFF"/>
              </a:solidFill>
              <a:effectLst/>
              <a:uFillTx/>
              <a:latin typeface="Arial"/>
            </a:endParaRPr>
          </a:p>
        </p:txBody>
      </p:sp>
      <p:sp>
        <p:nvSpPr>
          <p:cNvPr id="1004" name="Shape 10"/>
          <p:cNvSpPr/>
          <p:nvPr/>
        </p:nvSpPr>
        <p:spPr>
          <a:xfrm>
            <a:off x="704160" y="1984320"/>
            <a:ext cx="5121720" cy="1869480"/>
          </a:xfrm>
          <a:prstGeom prst="roundRect">
            <a:avLst>
              <a:gd name="adj" fmla="val 2934"/>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5" name="Text 11"/>
          <p:cNvSpPr/>
          <p:nvPr/>
        </p:nvSpPr>
        <p:spPr>
          <a:xfrm>
            <a:off x="777240" y="2039040"/>
            <a:ext cx="4975200" cy="176004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F97583"/>
                </a:solidFill>
                <a:effectLst/>
                <a:uFillTx/>
                <a:latin typeface="Noto Sans Mono"/>
                <a:ea typeface="Noto Sans Mono"/>
              </a:rPr>
              <a:t>export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class</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CounterPage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protected</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readonly</a:t>
            </a:r>
            <a:r>
              <a:rPr lang="en-US" sz="1050" b="0" u="none" strike="noStrike">
                <a:solidFill>
                  <a:srgbClr val="E1E4E8"/>
                </a:solidFill>
                <a:effectLst/>
                <a:uFillTx/>
                <a:latin typeface="Noto Sans Mono"/>
                <a:ea typeface="Noto Sans Mono"/>
              </a:rPr>
              <a:t> </a:t>
            </a:r>
            <a:r>
              <a:rPr lang="en-US" sz="1050" b="0" u="none" strike="noStrike">
                <a:solidFill>
                  <a:srgbClr val="FFAB70"/>
                </a:solidFill>
                <a:effectLst/>
                <a:uFillTx/>
                <a:latin typeface="Noto Sans Mono"/>
                <a:ea typeface="Noto Sans Mono"/>
              </a:rPr>
              <a:t>count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signal</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0</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000000"/>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protected</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decrement</a:t>
            </a:r>
            <a:r>
              <a:rPr lang="en-US" sz="1050" b="0" u="none" strike="noStrike">
                <a:solidFill>
                  <a:srgbClr val="E1E4E8"/>
                </a:solidFill>
                <a:effectLst/>
                <a:uFillTx/>
                <a:latin typeface="Noto Sans Mono"/>
                <a:ea typeface="Noto Sans Mono"/>
              </a:rPr>
              <a:t>()</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void</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this</a:t>
            </a:r>
            <a:r>
              <a:rPr lang="en-US" sz="1050" b="0" u="none" strike="noStrike">
                <a:solidFill>
                  <a:srgbClr val="E1E4E8"/>
                </a:solidFill>
                <a:effectLst/>
                <a:uFillTx/>
                <a:latin typeface="Noto Sans Mono"/>
                <a:ea typeface="Noto Sans Mono"/>
              </a:rPr>
              <a:t>.count.</a:t>
            </a:r>
            <a:r>
              <a:rPr lang="en-US" sz="1050" b="0" u="none" strike="noStrike">
                <a:solidFill>
                  <a:srgbClr val="B392F0"/>
                </a:solidFill>
                <a:effectLst/>
                <a:uFillTx/>
                <a:latin typeface="Noto Sans Mono"/>
                <a:ea typeface="Noto Sans Mono"/>
              </a:rPr>
              <a:t>update</a:t>
            </a:r>
            <a:r>
              <a:rPr lang="en-US" sz="1050" b="0" u="none" strike="noStrike">
                <a:solidFill>
                  <a:srgbClr val="E1E4E8"/>
                </a:solidFill>
                <a:effectLst/>
                <a:uFillTx/>
                <a:latin typeface="Noto Sans Mono"/>
                <a:ea typeface="Noto Sans Mono"/>
              </a:rPr>
              <a:t>((</a:t>
            </a:r>
            <a:r>
              <a:rPr lang="en-US" sz="1050" b="0" u="none" strike="noStrike">
                <a:solidFill>
                  <a:srgbClr val="FFAB70"/>
                </a:solidFill>
                <a:effectLst/>
                <a:uFillTx/>
                <a:latin typeface="Noto Sans Mono"/>
                <a:ea typeface="Noto Sans Mono"/>
              </a:rPr>
              <a:t>value</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value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STEP</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000000"/>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protected</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reset</a:t>
            </a:r>
            <a:r>
              <a:rPr lang="en-US" sz="1050" b="0" u="none" strike="noStrike">
                <a:solidFill>
                  <a:srgbClr val="E1E4E8"/>
                </a:solidFill>
                <a:effectLst/>
                <a:uFillTx/>
                <a:latin typeface="Noto Sans Mono"/>
                <a:ea typeface="Noto Sans Mono"/>
              </a:rPr>
              <a:t>()</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void</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this</a:t>
            </a:r>
            <a:r>
              <a:rPr lang="en-US" sz="1050" b="0" u="none" strike="noStrike">
                <a:solidFill>
                  <a:srgbClr val="E1E4E8"/>
                </a:solidFill>
                <a:effectLst/>
                <a:uFillTx/>
                <a:latin typeface="Noto Sans Mono"/>
                <a:ea typeface="Noto Sans Mono"/>
              </a:rPr>
              <a:t>.count.</a:t>
            </a:r>
            <a:r>
              <a:rPr lang="en-US" sz="1050" b="0" u="none" strike="noStrike">
                <a:solidFill>
                  <a:srgbClr val="B392F0"/>
                </a:solidFill>
                <a:effectLst/>
                <a:uFillTx/>
                <a:latin typeface="Noto Sans Mono"/>
                <a:ea typeface="Noto Sans Mono"/>
              </a:rPr>
              <a:t>set</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0</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p:txBody>
      </p:sp>
      <p:sp>
        <p:nvSpPr>
          <p:cNvPr id="1006" name="Text 12"/>
          <p:cNvSpPr/>
          <p:nvPr/>
        </p:nvSpPr>
        <p:spPr>
          <a:xfrm>
            <a:off x="777240" y="401868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pages/counter/counter.html</a:t>
            </a:r>
            <a:endParaRPr lang="en-US" sz="1000" b="0" u="none" strike="noStrike">
              <a:solidFill>
                <a:srgbClr val="FFFFFF"/>
              </a:solidFill>
              <a:effectLst/>
              <a:uFillTx/>
              <a:latin typeface="Arial"/>
            </a:endParaRPr>
          </a:p>
        </p:txBody>
      </p:sp>
      <p:sp>
        <p:nvSpPr>
          <p:cNvPr id="1007" name="Shape 13"/>
          <p:cNvSpPr/>
          <p:nvPr/>
        </p:nvSpPr>
        <p:spPr>
          <a:xfrm>
            <a:off x="704160" y="4293000"/>
            <a:ext cx="5121720" cy="1389600"/>
          </a:xfrm>
          <a:prstGeom prst="roundRect">
            <a:avLst>
              <a:gd name="adj" fmla="val 3947"/>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8" name="Text 14"/>
          <p:cNvSpPr/>
          <p:nvPr/>
        </p:nvSpPr>
        <p:spPr>
          <a:xfrm>
            <a:off x="777240" y="4348080"/>
            <a:ext cx="4975200" cy="127980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output</a:t>
            </a:r>
            <a:r>
              <a:rPr lang="en-US" sz="1050" b="0" u="none" strike="noStrike">
                <a:solidFill>
                  <a:srgbClr val="E1E4E8"/>
                </a:solidFill>
                <a:effectLst/>
                <a:uFillTx/>
                <a:latin typeface="Noto Sans Mono"/>
                <a:ea typeface="Noto Sans Mono"/>
              </a:rPr>
              <a:t>&gt;{{ count() }}&lt;/</a:t>
            </a:r>
            <a:r>
              <a:rPr lang="en-US" sz="1050" b="0" u="none" strike="noStrike">
                <a:solidFill>
                  <a:srgbClr val="85E89D"/>
                </a:solidFill>
                <a:effectLst/>
                <a:uFillTx/>
                <a:latin typeface="Noto Sans Mono"/>
                <a:ea typeface="Noto Sans Mono"/>
              </a:rPr>
              <a:t>output</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appButton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variant</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"secondary"</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(click)</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"decrement()"</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 Décrémenter</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appButton</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variant</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"ghost"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[disabled]</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"count() === 0"</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(click)</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"reset()"</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Réinitialiser</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button</a:t>
            </a:r>
            <a:r>
              <a:rPr lang="en-US"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p:txBody>
      </p:sp>
      <p:sp>
        <p:nvSpPr>
          <p:cNvPr id="1009" name="Shape 15"/>
          <p:cNvSpPr/>
          <p:nvPr/>
        </p:nvSpPr>
        <p:spPr>
          <a:xfrm>
            <a:off x="548640" y="5897880"/>
            <a:ext cx="11094120" cy="658080"/>
          </a:xfrm>
          <a:prstGeom prst="roundRect">
            <a:avLst>
              <a:gd name="adj" fmla="val 13889"/>
            </a:avLst>
          </a:prstGeom>
          <a:solidFill>
            <a:srgbClr val="151E35"/>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0" name="Text 16"/>
          <p:cNvSpPr/>
          <p:nvPr/>
        </p:nvSpPr>
        <p:spPr>
          <a:xfrm>
            <a:off x="822960" y="5897880"/>
            <a:ext cx="10545480" cy="658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FF3B3B"/>
                </a:solidFill>
                <a:effectLst/>
                <a:uFillTx/>
                <a:latin typeface="Calibri"/>
                <a:ea typeface="Calibri"/>
              </a:rPr>
              <a:t>À retenir  </a:t>
            </a:r>
            <a:r>
              <a:rPr lang="en-US" sz="1500" b="0" u="none" strike="noStrike">
                <a:solidFill>
                  <a:srgbClr val="EEF1F6"/>
                </a:solidFill>
                <a:effectLst/>
                <a:uFillTx/>
                <a:latin typeface="Calibri"/>
                <a:ea typeface="Calibri"/>
              </a:rPr>
              <a:t>Presque identique. Angular ne met à jour que ce qui lit count() ; React réexécute toute la fonction à chaque clic.</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Composant bouton : dériver la balise HTML</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COMPTEUR</a:t>
            </a:r>
            <a:endParaRPr lang="fr-FR" sz="1200" dirty="0"/>
          </a:p>
        </p:txBody>
      </p:sp>
      <p:sp>
        <p:nvSpPr>
          <p:cNvPr id="4" name="Shape 4"/>
          <p:cNvSpPr/>
          <p:nvPr/>
        </p:nvSpPr>
        <p:spPr>
          <a:xfrm>
            <a:off x="548640" y="1051560"/>
            <a:ext cx="5432908" cy="4663440"/>
          </a:xfrm>
          <a:prstGeom prst="roundRect">
            <a:avLst>
              <a:gd name="adj" fmla="val 1961"/>
            </a:avLst>
          </a:prstGeom>
          <a:solidFill>
            <a:srgbClr val="111829"/>
          </a:solidFill>
          <a:ln w="12700">
            <a:solidFill>
              <a:srgbClr val="1F2A44"/>
            </a:solidFill>
            <a:prstDash val="solid"/>
          </a:ln>
        </p:spPr>
      </p:sp>
      <p:pic>
        <p:nvPicPr>
          <p:cNvPr id="5" name="Image 5" descr="Angular"/>
          <p:cNvPicPr>
            <a:picLocks noChangeAspect="1"/>
          </p:cNvPicPr>
          <p:nvPr/>
        </p:nvPicPr>
        <p:blipFill>
          <a:blip r:embed="rId2"/>
          <a:stretch>
            <a:fillRect/>
          </a:stretch>
        </p:blipFill>
        <p:spPr>
          <a:xfrm>
            <a:off x="777240" y="1234440"/>
            <a:ext cx="292608" cy="292608"/>
          </a:xfrm>
          <a:prstGeom prst="rect">
            <a:avLst/>
          </a:prstGeom>
        </p:spPr>
      </p:pic>
      <p:sp>
        <p:nvSpPr>
          <p:cNvPr id="6" name="Text 6"/>
          <p:cNvSpPr txBox="1"/>
          <p:nvPr/>
        </p:nvSpPr>
        <p:spPr>
          <a:xfrm>
            <a:off x="1188720"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sp>
        <p:nvSpPr>
          <p:cNvPr id="7" name="Text 7"/>
          <p:cNvSpPr txBox="1"/>
          <p:nvPr/>
        </p:nvSpPr>
        <p:spPr>
          <a:xfrm>
            <a:off x="777240"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shared/button/button.ts (simplifié)</a:t>
            </a:r>
            <a:endParaRPr lang="fr-FR" sz="1000" dirty="0"/>
          </a:p>
        </p:txBody>
      </p:sp>
      <p:sp>
        <p:nvSpPr>
          <p:cNvPr id="8" name="Shape 8"/>
          <p:cNvSpPr/>
          <p:nvPr/>
        </p:nvSpPr>
        <p:spPr>
          <a:xfrm>
            <a:off x="704088" y="1984248"/>
            <a:ext cx="5122012" cy="1786128"/>
          </a:xfrm>
          <a:prstGeom prst="roundRect">
            <a:avLst>
              <a:gd name="adj" fmla="val 2488"/>
            </a:avLst>
          </a:prstGeom>
          <a:solidFill>
            <a:srgbClr val="0D1322"/>
          </a:solidFill>
          <a:ln>
            <a:noFill/>
          </a:ln>
        </p:spPr>
      </p:sp>
      <p:sp>
        <p:nvSpPr>
          <p:cNvPr id="9" name="Text 9"/>
          <p:cNvSpPr txBox="1"/>
          <p:nvPr/>
        </p:nvSpPr>
        <p:spPr>
          <a:xfrm>
            <a:off x="777240" y="2039112"/>
            <a:ext cx="4975708" cy="16764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B392F0"/>
                </a:solidFill>
                <a:latin typeface="Noto Sans Mono" pitchFamily="34" charset="0"/>
                <a:ea typeface="Noto Sans Mono" pitchFamily="34" charset="-122"/>
                <a:cs typeface="Noto Sans Mono" pitchFamily="34" charset="-120"/>
              </a:rPr>
              <a:t>Directive</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selector: </a:t>
            </a:r>
            <a:r>
              <a:rPr lang="fr-FR" sz="1000" dirty="0">
                <a:solidFill>
                  <a:srgbClr val="9ECBFF"/>
                </a:solidFill>
                <a:latin typeface="Noto Sans Mono" pitchFamily="34" charset="0"/>
                <a:ea typeface="Noto Sans Mono" pitchFamily="34" charset="-122"/>
                <a:cs typeface="Noto Sans Mono" pitchFamily="34" charset="-120"/>
              </a:rPr>
              <a:t>'button[appButton]'</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6A737D"/>
                </a:solidFill>
                <a:latin typeface="Noto Sans Mono" pitchFamily="34" charset="0"/>
                <a:ea typeface="Noto Sans Mono" pitchFamily="34" charset="-122"/>
                <a:cs typeface="Noto Sans Mono" pitchFamily="34" charset="-120"/>
              </a:rPr>
              <a:t>// Styles : feuille globale (styles.scss)</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host: { </a:t>
            </a:r>
            <a:r>
              <a:rPr lang="fr-FR" sz="1000" dirty="0">
                <a:solidFill>
                  <a:srgbClr val="9ECBFF"/>
                </a:solidFill>
                <a:latin typeface="Noto Sans Mono" pitchFamily="34" charset="0"/>
                <a:ea typeface="Noto Sans Mono" pitchFamily="34" charset="-122"/>
                <a:cs typeface="Noto Sans Mono" pitchFamily="34" charset="-120"/>
              </a:rPr>
              <a:t>'[class]'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'hostClasses()'</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F97583"/>
                </a:solidFill>
                <a:latin typeface="Noto Sans Mono" pitchFamily="34" charset="0"/>
                <a:ea typeface="Noto Sans Mono" pitchFamily="34" charset="-122"/>
                <a:cs typeface="Noto Sans Mono" pitchFamily="34" charset="-120"/>
              </a:rPr>
              <a:t>export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class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AppButton</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readonly</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FAB70"/>
                </a:solidFill>
                <a:latin typeface="Noto Sans Mono" pitchFamily="34" charset="0"/>
                <a:ea typeface="Noto Sans Mono" pitchFamily="34" charset="-122"/>
                <a:cs typeface="Noto Sans Mono" pitchFamily="34" charset="-120"/>
              </a:rPr>
              <a:t>variant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input</a:t>
            </a: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B392F0"/>
                </a:solidFill>
                <a:latin typeface="Noto Sans Mono" pitchFamily="34" charset="0"/>
                <a:ea typeface="Noto Sans Mono" pitchFamily="34" charset="-122"/>
                <a:cs typeface="Noto Sans Mono" pitchFamily="34" charset="-120"/>
              </a:rPr>
              <a:t>ButtonVariant</a:t>
            </a:r>
            <a:r>
              <a:rPr lang="fr-FR" sz="1000" dirty="0">
                <a:solidFill>
                  <a:srgbClr val="E1E4E8"/>
                </a:solidFill>
                <a:latin typeface="Noto Sans Mono" pitchFamily="34" charset="0"/>
                <a:ea typeface="Noto Sans Mono" pitchFamily="34" charset="-122"/>
                <a:cs typeface="Noto Sans Mono" pitchFamily="34" charset="-120"/>
              </a:rPr>
              <a:t>&gt;(</a:t>
            </a:r>
            <a:r>
              <a:rPr lang="fr-FR" sz="1000" dirty="0">
                <a:solidFill>
                  <a:srgbClr val="9ECBFF"/>
                </a:solidFill>
                <a:latin typeface="Noto Sans Mono" pitchFamily="34" charset="0"/>
                <a:ea typeface="Noto Sans Mono" pitchFamily="34" charset="-122"/>
                <a:cs typeface="Noto Sans Mono" pitchFamily="34" charset="-120"/>
              </a:rPr>
              <a:t>'primary'</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protected</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readonly</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FAB70"/>
                </a:solidFill>
                <a:latin typeface="Noto Sans Mono" pitchFamily="34" charset="0"/>
                <a:ea typeface="Noto Sans Mono" pitchFamily="34" charset="-122"/>
                <a:cs typeface="Noto Sans Mono" pitchFamily="34" charset="-120"/>
              </a:rPr>
              <a:t>hostClasses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computed</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`app-button app-button--${</a:t>
            </a:r>
            <a:r>
              <a:rPr lang="fr-FR" sz="1000" dirty="0">
                <a:solidFill>
                  <a:srgbClr val="79B8FF"/>
                </a:solidFill>
                <a:latin typeface="Noto Sans Mono" pitchFamily="34" charset="0"/>
                <a:ea typeface="Noto Sans Mono" pitchFamily="34" charset="-122"/>
                <a:cs typeface="Noto Sans Mono" pitchFamily="34" charset="-120"/>
              </a:rPr>
              <a:t>this</a:t>
            </a:r>
            <a:r>
              <a:rPr lang="fr-FR" sz="1000" dirty="0">
                <a:solidFill>
                  <a:srgbClr val="9ECBFF"/>
                </a:solidFill>
                <a:latin typeface="Noto Sans Mono" pitchFamily="34" charset="0"/>
                <a:ea typeface="Noto Sans Mono" pitchFamily="34" charset="-122"/>
                <a:cs typeface="Noto Sans Mono" pitchFamily="34" charset="-120"/>
              </a:rPr>
              <a:t>.</a:t>
            </a:r>
            <a:r>
              <a:rPr lang="fr-FR" sz="1000" dirty="0">
                <a:solidFill>
                  <a:srgbClr val="B392F0"/>
                </a:solidFill>
                <a:latin typeface="Noto Sans Mono" pitchFamily="34" charset="0"/>
                <a:ea typeface="Noto Sans Mono" pitchFamily="34" charset="-122"/>
                <a:cs typeface="Noto Sans Mono" pitchFamily="34" charset="-120"/>
              </a:rPr>
              <a:t>variant</a:t>
            </a:r>
            <a:r>
              <a:rPr lang="fr-FR" sz="1000" dirty="0">
                <a:solidFill>
                  <a:srgbClr val="9ECBFF"/>
                </a:solidFill>
                <a:latin typeface="Noto Sans Mono" pitchFamily="34" charset="0"/>
                <a:ea typeface="Noto Sans Mono" pitchFamily="34" charset="-122"/>
                <a:cs typeface="Noto Sans Mono" pitchFamily="34" charset="-120"/>
              </a:rPr>
              <a:t>()</a:t>
            </a:r>
            <a:r>
              <a:rPr lang="fr-FR" sz="1000" dirty="0">
                <a:solidFill>
                  <a:srgbClr val="9ECBFF"/>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p:txBody>
      </p:sp>
      <p:sp>
        <p:nvSpPr>
          <p:cNvPr id="10" name="Text 10"/>
          <p:cNvSpPr txBox="1"/>
          <p:nvPr/>
        </p:nvSpPr>
        <p:spPr>
          <a:xfrm>
            <a:off x="777240" y="393496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pages/counter/counter.html</a:t>
            </a:r>
            <a:endParaRPr lang="fr-FR" sz="1000" dirty="0"/>
          </a:p>
        </p:txBody>
      </p:sp>
      <p:sp>
        <p:nvSpPr>
          <p:cNvPr id="11" name="Shape 11"/>
          <p:cNvSpPr/>
          <p:nvPr/>
        </p:nvSpPr>
        <p:spPr>
          <a:xfrm>
            <a:off x="704088" y="4209288"/>
            <a:ext cx="5122012" cy="871728"/>
          </a:xfrm>
          <a:prstGeom prst="roundRect">
            <a:avLst>
              <a:gd name="adj" fmla="val 2488"/>
            </a:avLst>
          </a:prstGeom>
          <a:solidFill>
            <a:srgbClr val="0D1322"/>
          </a:solidFill>
          <a:ln>
            <a:noFill/>
          </a:ln>
        </p:spPr>
      </p:sp>
      <p:sp>
        <p:nvSpPr>
          <p:cNvPr id="12" name="Text 12"/>
          <p:cNvSpPr txBox="1"/>
          <p:nvPr/>
        </p:nvSpPr>
        <p:spPr>
          <a:xfrm>
            <a:off x="777240" y="4264152"/>
            <a:ext cx="4975708" cy="7620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6A737D"/>
                </a:solidFill>
                <a:latin typeface="Noto Sans Mono" pitchFamily="34" charset="0"/>
                <a:ea typeface="Noto Sans Mono" pitchFamily="34" charset="-122"/>
                <a:cs typeface="Noto Sans Mono" pitchFamily="34" charset="-120"/>
              </a:rPr>
              <a:t>&lt;!-- Une vraie balise &lt;button&gt;, la directive s'y greffe --&gt;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85E89D"/>
                </a:solidFill>
                <a:latin typeface="Noto Sans Mono" pitchFamily="34" charset="0"/>
                <a:ea typeface="Noto Sans Mono" pitchFamily="34" charset="-122"/>
                <a:cs typeface="Noto Sans Mono" pitchFamily="34" charset="-120"/>
              </a:rPr>
              <a:t>button</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appButton</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variant</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9ECBFF"/>
                </a:solidFill>
                <a:latin typeface="Noto Sans Mono" pitchFamily="34" charset="0"/>
                <a:ea typeface="Noto Sans Mono" pitchFamily="34" charset="-122"/>
                <a:cs typeface="Noto Sans Mono" pitchFamily="34" charset="-120"/>
              </a:rPr>
              <a:t>"ghost"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[disabled]</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9ECBFF"/>
                </a:solidFill>
                <a:latin typeface="Noto Sans Mono" pitchFamily="34" charset="0"/>
                <a:ea typeface="Noto Sans Mono" pitchFamily="34" charset="-122"/>
                <a:cs typeface="Noto Sans Mono" pitchFamily="34" charset="-120"/>
              </a:rPr>
              <a:t>"count() === 0"</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(click)</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9ECBFF"/>
                </a:solidFill>
                <a:latin typeface="Noto Sans Mono" pitchFamily="34" charset="0"/>
                <a:ea typeface="Noto Sans Mono" pitchFamily="34" charset="-122"/>
                <a:cs typeface="Noto Sans Mono" pitchFamily="34" charset="-120"/>
              </a:rPr>
              <a:t>"reset()"</a:t>
            </a:r>
            <a:r>
              <a:rPr lang="fr-FR" sz="1000" dirty="0">
                <a:solidFill>
                  <a:srgbClr val="E1E4E8"/>
                </a:solidFill>
                <a:latin typeface="Noto Sans Mono" pitchFamily="34" charset="0"/>
                <a:ea typeface="Noto Sans Mono" pitchFamily="34" charset="-122"/>
                <a:cs typeface="Noto Sans Mono" pitchFamily="34" charset="-120"/>
              </a:rPr>
              <a:t>&gt;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Réinitialiser</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85E89D"/>
                </a:solidFill>
                <a:latin typeface="Noto Sans Mono" pitchFamily="34" charset="0"/>
                <a:ea typeface="Noto Sans Mono" pitchFamily="34" charset="-122"/>
                <a:cs typeface="Noto Sans Mono" pitchFamily="34" charset="-120"/>
              </a:rPr>
              <a:t>button</a:t>
            </a:r>
            <a:r>
              <a:rPr lang="fr-FR" sz="1000" dirty="0">
                <a:solidFill>
                  <a:srgbClr val="E1E4E8"/>
                </a:solidFill>
                <a:latin typeface="Noto Sans Mono" pitchFamily="34" charset="0"/>
                <a:ea typeface="Noto Sans Mono" pitchFamily="34" charset="-122"/>
                <a:cs typeface="Noto Sans Mono" pitchFamily="34" charset="-120"/>
              </a:rPr>
              <a:t>&gt;</a:t>
            </a:r>
            <a:endParaRPr lang="fr-FR" sz="1000" dirty="0"/>
          </a:p>
        </p:txBody>
      </p:sp>
      <p:sp>
        <p:nvSpPr>
          <p:cNvPr id="13" name="Shape 13"/>
          <p:cNvSpPr/>
          <p:nvPr/>
        </p:nvSpPr>
        <p:spPr>
          <a:xfrm>
            <a:off x="6210148" y="1051560"/>
            <a:ext cx="5432908" cy="4663440"/>
          </a:xfrm>
          <a:prstGeom prst="roundRect">
            <a:avLst>
              <a:gd name="adj" fmla="val 1961"/>
            </a:avLst>
          </a:prstGeom>
          <a:solidFill>
            <a:srgbClr val="111829"/>
          </a:solidFill>
          <a:ln w="12700">
            <a:solidFill>
              <a:srgbClr val="1F2A44"/>
            </a:solidFill>
            <a:prstDash val="solid"/>
          </a:ln>
        </p:spPr>
      </p:sp>
      <p:pic>
        <p:nvPicPr>
          <p:cNvPr id="14" name="Image 14" descr="React"/>
          <p:cNvPicPr>
            <a:picLocks noChangeAspect="1"/>
          </p:cNvPicPr>
          <p:nvPr/>
        </p:nvPicPr>
        <p:blipFill>
          <a:blip r:embed="rId1"/>
          <a:stretch>
            <a:fillRect/>
          </a:stretch>
        </p:blipFill>
        <p:spPr>
          <a:xfrm>
            <a:off x="6438748" y="1234440"/>
            <a:ext cx="292608" cy="292608"/>
          </a:xfrm>
          <a:prstGeom prst="rect">
            <a:avLst/>
          </a:prstGeom>
        </p:spPr>
      </p:pic>
      <p:sp>
        <p:nvSpPr>
          <p:cNvPr id="15" name="Text 15"/>
          <p:cNvSpPr txBox="1"/>
          <p:nvPr/>
        </p:nvSpPr>
        <p:spPr>
          <a:xfrm>
            <a:off x="6850228"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16" name="Text 16"/>
          <p:cNvSpPr txBox="1"/>
          <p:nvPr/>
        </p:nvSpPr>
        <p:spPr>
          <a:xfrm>
            <a:off x="6438748"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components/Button/Button.tsx (simplifié)</a:t>
            </a:r>
            <a:endParaRPr lang="fr-FR" sz="1000" dirty="0"/>
          </a:p>
        </p:txBody>
      </p:sp>
      <p:sp>
        <p:nvSpPr>
          <p:cNvPr id="17" name="Shape 17"/>
          <p:cNvSpPr/>
          <p:nvPr/>
        </p:nvSpPr>
        <p:spPr>
          <a:xfrm>
            <a:off x="6365596" y="1984248"/>
            <a:ext cx="5122012" cy="2243328"/>
          </a:xfrm>
          <a:prstGeom prst="roundRect">
            <a:avLst>
              <a:gd name="adj" fmla="val 2488"/>
            </a:avLst>
          </a:prstGeom>
          <a:solidFill>
            <a:srgbClr val="0D1322"/>
          </a:solidFill>
          <a:ln>
            <a:noFill/>
          </a:ln>
        </p:spPr>
      </p:sp>
      <p:sp>
        <p:nvSpPr>
          <p:cNvPr id="18" name="Text 18"/>
          <p:cNvSpPr txBox="1"/>
          <p:nvPr/>
        </p:nvSpPr>
        <p:spPr>
          <a:xfrm>
            <a:off x="6438748" y="2039112"/>
            <a:ext cx="4975708" cy="21336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F97583"/>
                </a:solidFill>
                <a:latin typeface="Noto Sans Mono" pitchFamily="34" charset="0"/>
                <a:ea typeface="Noto Sans Mono" pitchFamily="34" charset="-122"/>
                <a:cs typeface="Noto Sans Mono" pitchFamily="34" charset="-120"/>
              </a:rPr>
              <a:t>interface</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ButtonProps</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extends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ButtonHTMLAttributes</a:t>
            </a: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B392F0"/>
                </a:solidFill>
                <a:latin typeface="Noto Sans Mono" pitchFamily="34" charset="0"/>
                <a:ea typeface="Noto Sans Mono" pitchFamily="34" charset="-122"/>
                <a:cs typeface="Noto Sans Mono" pitchFamily="34" charset="-120"/>
              </a:rPr>
              <a:t>HTMLButtonElement</a:t>
            </a:r>
            <a:r>
              <a:rPr lang="fr-FR" sz="1000" dirty="0">
                <a:solidFill>
                  <a:srgbClr val="E1E4E8"/>
                </a:solidFill>
                <a:latin typeface="Noto Sans Mono" pitchFamily="34" charset="0"/>
                <a:ea typeface="Noto Sans Mono" pitchFamily="34" charset="-122"/>
                <a:cs typeface="Noto Sans Mono" pitchFamily="34" charset="-120"/>
              </a:rPr>
              <a:t>&gt;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FAB70"/>
                </a:solidFill>
                <a:latin typeface="Noto Sans Mono" pitchFamily="34" charset="0"/>
                <a:ea typeface="Noto Sans Mono" pitchFamily="34" charset="-122"/>
                <a:cs typeface="Noto Sans Mono" pitchFamily="34" charset="-120"/>
              </a:rPr>
              <a:t>variant</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ButtonVariant</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F97583"/>
                </a:solidFill>
                <a:latin typeface="Noto Sans Mono" pitchFamily="34" charset="0"/>
                <a:ea typeface="Noto Sans Mono" pitchFamily="34" charset="-122"/>
                <a:cs typeface="Noto Sans Mono" pitchFamily="34" charset="-120"/>
              </a:rPr>
              <a:t>export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function</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Button</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FAB70"/>
                </a:solidFill>
                <a:latin typeface="Noto Sans Mono" pitchFamily="34" charset="0"/>
                <a:ea typeface="Noto Sans Mono" pitchFamily="34" charset="-122"/>
                <a:cs typeface="Noto Sans Mono" pitchFamily="34" charset="-120"/>
              </a:rPr>
              <a:t>variant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"primary"</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FAB70"/>
                </a:solidFill>
                <a:latin typeface="Noto Sans Mono" pitchFamily="34" charset="0"/>
                <a:ea typeface="Noto Sans Mono" pitchFamily="34" charset="-122"/>
                <a:cs typeface="Noto Sans Mono" pitchFamily="34" charset="-120"/>
              </a:rPr>
              <a:t>className</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rest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ButtonProps</a:t>
            </a:r>
            <a:r>
              <a:rPr lang="fr-FR" sz="1000" dirty="0">
                <a:solidFill>
                  <a:srgbClr val="E1E4E8"/>
                </a:solidFill>
                <a:latin typeface="Noto Sans Mono" pitchFamily="34" charset="0"/>
                <a:ea typeface="Noto Sans Mono" pitchFamily="34" charset="-122"/>
                <a:cs typeface="Noto Sans Mono" pitchFamily="34" charset="-120"/>
              </a:rPr>
              <a: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&lt;</a:t>
            </a:r>
            <a:r>
              <a:rPr lang="fr-FR" sz="1000" dirty="0">
                <a:solidFill>
                  <a:srgbClr val="85E89D"/>
                </a:solidFill>
                <a:latin typeface="Noto Sans Mono" pitchFamily="34" charset="0"/>
                <a:ea typeface="Noto Sans Mono" pitchFamily="34" charset="-122"/>
                <a:cs typeface="Noto Sans Mono" pitchFamily="34" charset="-120"/>
              </a:rPr>
              <a:t>button</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className</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B392F0"/>
                </a:solidFill>
                <a:latin typeface="Noto Sans Mono" pitchFamily="34" charset="0"/>
                <a:ea typeface="Noto Sans Mono" pitchFamily="34" charset="-122"/>
                <a:cs typeface="Noto Sans Mono" pitchFamily="34" charset="-120"/>
              </a:rPr>
              <a:t>clsx</a:t>
            </a:r>
            <a:r>
              <a:rPr lang="fr-FR" sz="1000" dirty="0">
                <a:solidFill>
                  <a:srgbClr val="E1E4E8"/>
                </a:solidFill>
                <a:latin typeface="Noto Sans Mono" pitchFamily="34" charset="0"/>
                <a:ea typeface="Noto Sans Mono" pitchFamily="34" charset="-122"/>
                <a:cs typeface="Noto Sans Mono" pitchFamily="34" charset="-120"/>
              </a:rPr>
              <a:t>(styles.button, styles[variant], className)}</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rest} </a:t>
            </a:r>
            <a:r>
              <a:rPr lang="fr-FR" sz="1000" dirty="0">
                <a:solidFill>
                  <a:srgbClr val="6A737D"/>
                </a:solidFill>
                <a:latin typeface="Noto Sans Mono" pitchFamily="34" charset="0"/>
                <a:ea typeface="Noto Sans Mono" pitchFamily="34" charset="-122"/>
                <a:cs typeface="Noto Sans Mono" pitchFamily="34" charset="-120"/>
              </a:rPr>
              <a:t>// children, onClick, disabled…</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/&gt;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p:txBody>
      </p:sp>
      <p:sp>
        <p:nvSpPr>
          <p:cNvPr id="19" name="Text 19"/>
          <p:cNvSpPr txBox="1"/>
          <p:nvPr/>
        </p:nvSpPr>
        <p:spPr>
          <a:xfrm>
            <a:off x="6438748" y="439216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pages/Counter/CounterPage.tsx</a:t>
            </a:r>
            <a:endParaRPr lang="fr-FR" sz="1000" dirty="0"/>
          </a:p>
        </p:txBody>
      </p:sp>
      <p:sp>
        <p:nvSpPr>
          <p:cNvPr id="20" name="Shape 20"/>
          <p:cNvSpPr/>
          <p:nvPr/>
        </p:nvSpPr>
        <p:spPr>
          <a:xfrm>
            <a:off x="6365596" y="4666488"/>
            <a:ext cx="5122012" cy="871728"/>
          </a:xfrm>
          <a:prstGeom prst="roundRect">
            <a:avLst>
              <a:gd name="adj" fmla="val 2488"/>
            </a:avLst>
          </a:prstGeom>
          <a:solidFill>
            <a:srgbClr val="0D1322"/>
          </a:solidFill>
          <a:ln>
            <a:noFill/>
          </a:ln>
        </p:spPr>
      </p:sp>
      <p:sp>
        <p:nvSpPr>
          <p:cNvPr id="21" name="Text 21"/>
          <p:cNvSpPr txBox="1"/>
          <p:nvPr/>
        </p:nvSpPr>
        <p:spPr>
          <a:xfrm>
            <a:off x="6438748" y="4721352"/>
            <a:ext cx="4975708" cy="7620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6A737D"/>
                </a:solidFill>
                <a:latin typeface="Noto Sans Mono" pitchFamily="34" charset="0"/>
                <a:ea typeface="Noto Sans Mono" pitchFamily="34" charset="-122"/>
                <a:cs typeface="Noto Sans Mono" pitchFamily="34" charset="-120"/>
              </a:rPr>
              <a:t>// Un composant &lt;Button&gt;, qui rend un &lt;button&gt;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79B8FF"/>
                </a:solidFill>
                <a:latin typeface="Noto Sans Mono" pitchFamily="34" charset="0"/>
                <a:ea typeface="Noto Sans Mono" pitchFamily="34" charset="-122"/>
                <a:cs typeface="Noto Sans Mono" pitchFamily="34" charset="-120"/>
              </a:rPr>
              <a:t>Button</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variant</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9ECBFF"/>
                </a:solidFill>
                <a:latin typeface="Noto Sans Mono" pitchFamily="34" charset="0"/>
                <a:ea typeface="Noto Sans Mono" pitchFamily="34" charset="-122"/>
                <a:cs typeface="Noto Sans Mono" pitchFamily="34" charset="-120"/>
              </a:rPr>
              <a:t>"ghost"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disabled</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{count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0</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onClick</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setCount</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79B8FF"/>
                </a:solidFill>
                <a:latin typeface="Noto Sans Mono" pitchFamily="34" charset="0"/>
                <a:ea typeface="Noto Sans Mono" pitchFamily="34" charset="-122"/>
                <a:cs typeface="Noto Sans Mono" pitchFamily="34" charset="-120"/>
              </a:rPr>
              <a:t>0</a:t>
            </a:r>
            <a:r>
              <a:rPr lang="fr-FR" sz="1000" dirty="0">
                <a:solidFill>
                  <a:srgbClr val="E1E4E8"/>
                </a:solidFill>
                <a:latin typeface="Noto Sans Mono" pitchFamily="34" charset="0"/>
                <a:ea typeface="Noto Sans Mono" pitchFamily="34" charset="-122"/>
                <a:cs typeface="Noto Sans Mono" pitchFamily="34" charset="-120"/>
              </a:rPr>
              <a:t>)}&gt;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Réinitialiser</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&lt;/</a:t>
            </a:r>
            <a:r>
              <a:rPr lang="fr-FR" sz="1000" dirty="0">
                <a:solidFill>
                  <a:srgbClr val="79B8FF"/>
                </a:solidFill>
                <a:latin typeface="Noto Sans Mono" pitchFamily="34" charset="0"/>
                <a:ea typeface="Noto Sans Mono" pitchFamily="34" charset="-122"/>
                <a:cs typeface="Noto Sans Mono" pitchFamily="34" charset="-120"/>
              </a:rPr>
              <a:t>Button</a:t>
            </a:r>
            <a:r>
              <a:rPr lang="fr-FR" sz="1000" dirty="0">
                <a:solidFill>
                  <a:srgbClr val="E1E4E8"/>
                </a:solidFill>
                <a:latin typeface="Noto Sans Mono" pitchFamily="34" charset="0"/>
                <a:ea typeface="Noto Sans Mono" pitchFamily="34" charset="-122"/>
                <a:cs typeface="Noto Sans Mono" pitchFamily="34" charset="-120"/>
              </a:rPr>
              <a:t>&gt;</a:t>
            </a:r>
            <a:endParaRPr lang="fr-FR" sz="1000" dirty="0"/>
          </a:p>
        </p:txBody>
      </p:sp>
      <p:sp>
        <p:nvSpPr>
          <p:cNvPr id="22" name="Shape 22"/>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23" name="Text 23"/>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Angular : une directive posée sur un vrai &lt;button&gt;, sans élément hôte, mais avec un CSS global. React : un composant &lt;Button&gt; qui rend le &lt;button&gt; et lui passe toutes les props HTML via {...rest}, avec un style encapsulé. À l'appel, les deux se ressemblent.</a:t>
            </a:r>
            <a:endParaRPr lang="fr-FR"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Templates : syntaxe Angular vs JSX</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ACCUEIL · TODOLIST</a:t>
            </a:r>
            <a:endParaRPr lang="fr-FR" sz="1200" dirty="0"/>
          </a:p>
        </p:txBody>
      </p:sp>
      <p:sp>
        <p:nvSpPr>
          <p:cNvPr id="4" name="Shape 4"/>
          <p:cNvSpPr/>
          <p:nvPr/>
        </p:nvSpPr>
        <p:spPr>
          <a:xfrm>
            <a:off x="548640" y="1051560"/>
            <a:ext cx="5432908" cy="4663440"/>
          </a:xfrm>
          <a:prstGeom prst="roundRect">
            <a:avLst>
              <a:gd name="adj" fmla="val 1961"/>
            </a:avLst>
          </a:prstGeom>
          <a:solidFill>
            <a:srgbClr val="111829"/>
          </a:solidFill>
          <a:ln w="12700">
            <a:solidFill>
              <a:srgbClr val="1F2A44"/>
            </a:solidFill>
            <a:prstDash val="solid"/>
          </a:ln>
        </p:spPr>
      </p:sp>
      <p:pic>
        <p:nvPicPr>
          <p:cNvPr id="5" name="Image 5" descr="Angular"/>
          <p:cNvPicPr>
            <a:picLocks noChangeAspect="1"/>
          </p:cNvPicPr>
          <p:nvPr/>
        </p:nvPicPr>
        <p:blipFill>
          <a:blip r:embed="rId2"/>
          <a:stretch>
            <a:fillRect/>
          </a:stretch>
        </p:blipFill>
        <p:spPr>
          <a:xfrm>
            <a:off x="777240" y="1234440"/>
            <a:ext cx="292608" cy="292608"/>
          </a:xfrm>
          <a:prstGeom prst="rect">
            <a:avLst/>
          </a:prstGeom>
        </p:spPr>
      </p:pic>
      <p:sp>
        <p:nvSpPr>
          <p:cNvPr id="6" name="Text 6"/>
          <p:cNvSpPr txBox="1"/>
          <p:nvPr/>
        </p:nvSpPr>
        <p:spPr>
          <a:xfrm>
            <a:off x="1188720"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sp>
        <p:nvSpPr>
          <p:cNvPr id="7" name="Text 7"/>
          <p:cNvSpPr txBox="1"/>
          <p:nvPr/>
        </p:nvSpPr>
        <p:spPr>
          <a:xfrm>
            <a:off x="777240"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shared/card/card.html (simplifié)</a:t>
            </a:r>
            <a:endParaRPr lang="fr-FR" sz="1000" dirty="0"/>
          </a:p>
        </p:txBody>
      </p:sp>
      <p:sp>
        <p:nvSpPr>
          <p:cNvPr id="8" name="Shape 8"/>
          <p:cNvSpPr/>
          <p:nvPr/>
        </p:nvSpPr>
        <p:spPr>
          <a:xfrm>
            <a:off x="704088" y="1984248"/>
            <a:ext cx="5122012" cy="1702308"/>
          </a:xfrm>
          <a:prstGeom prst="roundRect">
            <a:avLst>
              <a:gd name="adj" fmla="val 2488"/>
            </a:avLst>
          </a:prstGeom>
          <a:solidFill>
            <a:srgbClr val="0D1322"/>
          </a:solidFill>
          <a:ln>
            <a:noFill/>
          </a:ln>
        </p:spPr>
      </p:sp>
      <p:sp>
        <p:nvSpPr>
          <p:cNvPr id="9" name="Text 9"/>
          <p:cNvSpPr txBox="1"/>
          <p:nvPr/>
        </p:nvSpPr>
        <p:spPr>
          <a:xfrm>
            <a:off x="777240" y="2039112"/>
            <a:ext cx="4975708" cy="159258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&lt;</a:t>
            </a:r>
            <a:r>
              <a:rPr lang="fr-FR" sz="950" dirty="0">
                <a:solidFill>
                  <a:srgbClr val="85E89D"/>
                </a:solidFill>
                <a:latin typeface="Noto Sans Mono" pitchFamily="34" charset="0"/>
                <a:ea typeface="Noto Sans Mono" pitchFamily="34" charset="-122"/>
                <a:cs typeface="Noto Sans Mono" pitchFamily="34" charset="-120"/>
              </a:rPr>
              <a:t>ng-template</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#body</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span</a:t>
            </a:r>
            <a:r>
              <a:rPr lang="fr-FR" sz="950" dirty="0">
                <a:solidFill>
                  <a:srgbClr val="E1E4E8"/>
                </a:solidFill>
                <a:latin typeface="Noto Sans Mono" pitchFamily="34" charset="0"/>
                <a:ea typeface="Noto Sans Mono" pitchFamily="34" charset="-122"/>
                <a:cs typeface="Noto Sans Mono" pitchFamily="34" charset="-120"/>
              </a:rPr>
              <a:t xml:space="preserve">&gt;{{ </a:t>
            </a:r>
            <a:r>
              <a:rPr lang="fr-FR" sz="950" dirty="0">
                <a:solidFill>
                  <a:srgbClr val="B392F0"/>
                </a:solidFill>
                <a:latin typeface="Noto Sans Mono" pitchFamily="34" charset="0"/>
                <a:ea typeface="Noto Sans Mono" pitchFamily="34" charset="-122"/>
                <a:cs typeface="Noto Sans Mono" pitchFamily="34" charset="-120"/>
              </a:rPr>
              <a:t>title</a:t>
            </a:r>
            <a:r>
              <a:rPr lang="fr-FR" sz="950" dirty="0">
                <a:solidFill>
                  <a:srgbClr val="E1E4E8"/>
                </a:solidFill>
                <a:latin typeface="Noto Sans Mono" pitchFamily="34" charset="0"/>
                <a:ea typeface="Noto Sans Mono" pitchFamily="34" charset="-122"/>
                <a:cs typeface="Noto Sans Mono" pitchFamily="34" charset="-120"/>
              </a:rPr>
              <a:t>() }}&lt;/</a:t>
            </a:r>
            <a:r>
              <a:rPr lang="fr-FR" sz="950" dirty="0">
                <a:solidFill>
                  <a:srgbClr val="85E89D"/>
                </a:solidFill>
                <a:latin typeface="Noto Sans Mono" pitchFamily="34" charset="0"/>
                <a:ea typeface="Noto Sans Mono" pitchFamily="34" charset="-122"/>
                <a:cs typeface="Noto Sans Mono" pitchFamily="34" charset="-120"/>
              </a:rPr>
              <a:t>span</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ng-content</a:t>
            </a:r>
            <a:r>
              <a:rPr lang="fr-FR" sz="950" dirty="0">
                <a:solidFill>
                  <a:srgbClr val="E1E4E8"/>
                </a:solidFill>
                <a:latin typeface="Noto Sans Mono" pitchFamily="34" charset="0"/>
                <a:ea typeface="Noto Sans Mono" pitchFamily="34" charset="-122"/>
                <a:cs typeface="Noto Sans Mono" pitchFamily="34" charset="-120"/>
              </a:rPr>
              <a:t xml:space="preserve"> /&gt;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&lt;/</a:t>
            </a:r>
            <a:r>
              <a:rPr lang="fr-FR" sz="950" dirty="0">
                <a:solidFill>
                  <a:srgbClr val="85E89D"/>
                </a:solidFill>
                <a:latin typeface="Noto Sans Mono" pitchFamily="34" charset="0"/>
                <a:ea typeface="Noto Sans Mono" pitchFamily="34" charset="-122"/>
                <a:cs typeface="Noto Sans Mono" pitchFamily="34" charset="-120"/>
              </a:rPr>
              <a:t>ng-template</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@if</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link</a:t>
            </a:r>
            <a:r>
              <a:rPr lang="fr-FR" sz="950" dirty="0">
                <a:solidFill>
                  <a:srgbClr val="E1E4E8"/>
                </a:solidFill>
                <a:latin typeface="Noto Sans Mono" pitchFamily="34" charset="0"/>
                <a:ea typeface="Noto Sans Mono" pitchFamily="34" charset="-122"/>
                <a:cs typeface="Noto Sans Mono" pitchFamily="34" charset="-120"/>
              </a:rPr>
              <a:t>())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a</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[routerLink]</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9ECBFF"/>
                </a:solidFill>
                <a:latin typeface="Noto Sans Mono" pitchFamily="34" charset="0"/>
                <a:ea typeface="Noto Sans Mono" pitchFamily="34" charset="-122"/>
                <a:cs typeface="Noto Sans Mono" pitchFamily="34" charset="-120"/>
              </a:rPr>
              <a:t>"link()"</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ng-container</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[ngTemplateOutlet]</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9ECBFF"/>
                </a:solidFill>
                <a:latin typeface="Noto Sans Mono" pitchFamily="34" charset="0"/>
                <a:ea typeface="Noto Sans Mono" pitchFamily="34" charset="-122"/>
                <a:cs typeface="Noto Sans Mono" pitchFamily="34" charset="-120"/>
              </a:rPr>
              <a:t>"body"</a:t>
            </a:r>
            <a:r>
              <a:rPr lang="fr-FR" sz="950" dirty="0">
                <a:solidFill>
                  <a:srgbClr val="E1E4E8"/>
                </a:solidFill>
                <a:latin typeface="Noto Sans Mono" pitchFamily="34" charset="0"/>
                <a:ea typeface="Noto Sans Mono" pitchFamily="34" charset="-122"/>
                <a:cs typeface="Noto Sans Mono" pitchFamily="34" charset="-120"/>
              </a:rPr>
              <a:t xml:space="preserve"> /&gt;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a</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@else</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div</a:t>
            </a:r>
            <a:r>
              <a:rPr lang="fr-FR" sz="950" dirty="0">
                <a:solidFill>
                  <a:srgbClr val="E1E4E8"/>
                </a:solidFill>
                <a:latin typeface="Noto Sans Mono" pitchFamily="34" charset="0"/>
                <a:ea typeface="Noto Sans Mono" pitchFamily="34" charset="-122"/>
                <a:cs typeface="Noto Sans Mono" pitchFamily="34" charset="-120"/>
              </a:rPr>
              <a:t>&gt;&lt;</a:t>
            </a:r>
            <a:r>
              <a:rPr lang="fr-FR" sz="950" dirty="0">
                <a:solidFill>
                  <a:srgbClr val="85E89D"/>
                </a:solidFill>
                <a:latin typeface="Noto Sans Mono" pitchFamily="34" charset="0"/>
                <a:ea typeface="Noto Sans Mono" pitchFamily="34" charset="-122"/>
                <a:cs typeface="Noto Sans Mono" pitchFamily="34" charset="-120"/>
              </a:rPr>
              <a:t>ng-container</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[ngTemplateOutlet]</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9ECBFF"/>
                </a:solidFill>
                <a:latin typeface="Noto Sans Mono" pitchFamily="34" charset="0"/>
                <a:ea typeface="Noto Sans Mono" pitchFamily="34" charset="-122"/>
                <a:cs typeface="Noto Sans Mono" pitchFamily="34" charset="-120"/>
              </a:rPr>
              <a:t>"body"</a:t>
            </a:r>
            <a:r>
              <a:rPr lang="fr-FR" sz="950" dirty="0">
                <a:solidFill>
                  <a:srgbClr val="E1E4E8"/>
                </a:solidFill>
                <a:latin typeface="Noto Sans Mono" pitchFamily="34" charset="0"/>
                <a:ea typeface="Noto Sans Mono" pitchFamily="34" charset="-122"/>
                <a:cs typeface="Noto Sans Mono" pitchFamily="34" charset="-120"/>
              </a:rPr>
              <a:t xml:space="preserve"> /&gt;&lt;/</a:t>
            </a:r>
            <a:r>
              <a:rPr lang="fr-FR" sz="950" dirty="0">
                <a:solidFill>
                  <a:srgbClr val="85E89D"/>
                </a:solidFill>
                <a:latin typeface="Noto Sans Mono" pitchFamily="34" charset="0"/>
                <a:ea typeface="Noto Sans Mono" pitchFamily="34" charset="-122"/>
                <a:cs typeface="Noto Sans Mono" pitchFamily="34" charset="-120"/>
              </a:rPr>
              <a:t>div</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p:txBody>
      </p:sp>
      <p:sp>
        <p:nvSpPr>
          <p:cNvPr id="10" name="Text 10"/>
          <p:cNvSpPr txBox="1"/>
          <p:nvPr/>
        </p:nvSpPr>
        <p:spPr>
          <a:xfrm>
            <a:off x="777240" y="385114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pages/todos/todos.html (simplifié)</a:t>
            </a:r>
            <a:endParaRPr lang="fr-FR" sz="1000" dirty="0"/>
          </a:p>
        </p:txBody>
      </p:sp>
      <p:sp>
        <p:nvSpPr>
          <p:cNvPr id="11" name="Shape 11"/>
          <p:cNvSpPr/>
          <p:nvPr/>
        </p:nvSpPr>
        <p:spPr>
          <a:xfrm>
            <a:off x="704088" y="4125468"/>
            <a:ext cx="5122012" cy="1412748"/>
          </a:xfrm>
          <a:prstGeom prst="roundRect">
            <a:avLst>
              <a:gd name="adj" fmla="val 2488"/>
            </a:avLst>
          </a:prstGeom>
          <a:solidFill>
            <a:srgbClr val="0D1322"/>
          </a:solidFill>
          <a:ln>
            <a:noFill/>
          </a:ln>
        </p:spPr>
      </p:sp>
      <p:sp>
        <p:nvSpPr>
          <p:cNvPr id="12" name="Text 12"/>
          <p:cNvSpPr txBox="1"/>
          <p:nvPr/>
        </p:nvSpPr>
        <p:spPr>
          <a:xfrm>
            <a:off x="777240" y="4180332"/>
            <a:ext cx="4975708" cy="130302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@if</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isInitialLoading</a:t>
            </a:r>
            <a:r>
              <a:rPr lang="fr-FR" sz="950" dirty="0">
                <a:solidFill>
                  <a:srgbClr val="E1E4E8"/>
                </a:solidFill>
                <a:latin typeface="Noto Sans Mono" pitchFamily="34" charset="0"/>
                <a:ea typeface="Noto Sans Mono" pitchFamily="34" charset="-122"/>
                <a:cs typeface="Noto Sans Mono" pitchFamily="34" charset="-120"/>
              </a:rPr>
              <a:t>())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&gt;Chargement des tâches…&lt;/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@else if</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visibleTodos</a:t>
            </a:r>
            <a:r>
              <a:rPr lang="fr-FR" sz="950" dirty="0">
                <a:solidFill>
                  <a:srgbClr val="E1E4E8"/>
                </a:solidFill>
                <a:latin typeface="Noto Sans Mono" pitchFamily="34" charset="0"/>
                <a:ea typeface="Noto Sans Mono" pitchFamily="34" charset="-122"/>
                <a:cs typeface="Noto Sans Mono" pitchFamily="34" charset="-120"/>
              </a:rPr>
              <a:t xml:space="preserve">().length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0</a:t>
            </a:r>
            <a:r>
              <a:rPr lang="fr-FR" sz="950" dirty="0">
                <a:solidFill>
                  <a:srgbClr val="E1E4E8"/>
                </a:solidFill>
                <a:latin typeface="Noto Sans Mono" pitchFamily="34" charset="0"/>
                <a:ea typeface="Noto Sans Mono" pitchFamily="34" charset="-122"/>
                <a:cs typeface="Noto Sans Mono" pitchFamily="34" charset="-120"/>
              </a:rPr>
              <a:t>)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@for</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of</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visibleTodos</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track</a:t>
            </a:r>
            <a:r>
              <a:rPr lang="fr-FR" sz="950" dirty="0">
                <a:solidFill>
                  <a:srgbClr val="E1E4E8"/>
                </a:solidFill>
                <a:latin typeface="Noto Sans Mono" pitchFamily="34" charset="0"/>
                <a:ea typeface="Noto Sans Mono" pitchFamily="34" charset="-122"/>
                <a:cs typeface="Noto Sans Mono" pitchFamily="34" charset="-120"/>
              </a:rPr>
              <a:t xml:space="preserve"> todo.id)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app-todo-item</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9ECBFF"/>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 xml:space="preserve"> /&gt;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@else</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&gt;Aucune tâche pour ce filtre.&lt;/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p:txBody>
      </p:sp>
      <p:sp>
        <p:nvSpPr>
          <p:cNvPr id="13" name="Shape 13"/>
          <p:cNvSpPr/>
          <p:nvPr/>
        </p:nvSpPr>
        <p:spPr>
          <a:xfrm>
            <a:off x="6210148" y="1051560"/>
            <a:ext cx="5432908" cy="4663440"/>
          </a:xfrm>
          <a:prstGeom prst="roundRect">
            <a:avLst>
              <a:gd name="adj" fmla="val 1961"/>
            </a:avLst>
          </a:prstGeom>
          <a:solidFill>
            <a:srgbClr val="111829"/>
          </a:solidFill>
          <a:ln w="12700">
            <a:solidFill>
              <a:srgbClr val="1F2A44"/>
            </a:solidFill>
            <a:prstDash val="solid"/>
          </a:ln>
        </p:spPr>
      </p:sp>
      <p:pic>
        <p:nvPicPr>
          <p:cNvPr id="14" name="Image 14" descr="React"/>
          <p:cNvPicPr>
            <a:picLocks noChangeAspect="1"/>
          </p:cNvPicPr>
          <p:nvPr/>
        </p:nvPicPr>
        <p:blipFill>
          <a:blip r:embed="rId1"/>
          <a:stretch>
            <a:fillRect/>
          </a:stretch>
        </p:blipFill>
        <p:spPr>
          <a:xfrm>
            <a:off x="6438748" y="1234440"/>
            <a:ext cx="292608" cy="292608"/>
          </a:xfrm>
          <a:prstGeom prst="rect">
            <a:avLst/>
          </a:prstGeom>
        </p:spPr>
      </p:pic>
      <p:sp>
        <p:nvSpPr>
          <p:cNvPr id="15" name="Text 15"/>
          <p:cNvSpPr txBox="1"/>
          <p:nvPr/>
        </p:nvSpPr>
        <p:spPr>
          <a:xfrm>
            <a:off x="6850228"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16" name="Text 16"/>
          <p:cNvSpPr txBox="1"/>
          <p:nvPr/>
        </p:nvSpPr>
        <p:spPr>
          <a:xfrm>
            <a:off x="6438748"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components/Card/Card.tsx (simplifié)</a:t>
            </a:r>
            <a:endParaRPr lang="fr-FR" sz="1000" dirty="0"/>
          </a:p>
        </p:txBody>
      </p:sp>
      <p:sp>
        <p:nvSpPr>
          <p:cNvPr id="17" name="Shape 17"/>
          <p:cNvSpPr/>
          <p:nvPr/>
        </p:nvSpPr>
        <p:spPr>
          <a:xfrm>
            <a:off x="6365596" y="1984248"/>
            <a:ext cx="5122012" cy="1702308"/>
          </a:xfrm>
          <a:prstGeom prst="roundRect">
            <a:avLst>
              <a:gd name="adj" fmla="val 2488"/>
            </a:avLst>
          </a:prstGeom>
          <a:solidFill>
            <a:srgbClr val="0D1322"/>
          </a:solidFill>
          <a:ln>
            <a:noFill/>
          </a:ln>
        </p:spPr>
      </p:sp>
      <p:sp>
        <p:nvSpPr>
          <p:cNvPr id="18" name="Text 18"/>
          <p:cNvSpPr txBox="1"/>
          <p:nvPr/>
        </p:nvSpPr>
        <p:spPr>
          <a:xfrm>
            <a:off x="6438748" y="2039112"/>
            <a:ext cx="4975708" cy="159258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const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body</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span</a:t>
            </a:r>
            <a:r>
              <a:rPr lang="fr-FR" sz="950" dirty="0">
                <a:solidFill>
                  <a:srgbClr val="E1E4E8"/>
                </a:solidFill>
                <a:latin typeface="Noto Sans Mono" pitchFamily="34" charset="0"/>
                <a:ea typeface="Noto Sans Mono" pitchFamily="34" charset="-122"/>
                <a:cs typeface="Noto Sans Mono" pitchFamily="34" charset="-120"/>
              </a:rPr>
              <a:t>&gt;{title}&lt;/</a:t>
            </a:r>
            <a:r>
              <a:rPr lang="fr-FR" sz="950" dirty="0">
                <a:solidFill>
                  <a:srgbClr val="85E89D"/>
                </a:solidFill>
                <a:latin typeface="Noto Sans Mono" pitchFamily="34" charset="0"/>
                <a:ea typeface="Noto Sans Mono" pitchFamily="34" charset="-122"/>
                <a:cs typeface="Noto Sans Mono" pitchFamily="34" charset="-120"/>
              </a:rPr>
              <a:t>span</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{children}</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if</a:t>
            </a:r>
            <a:r>
              <a:rPr lang="fr-FR" sz="950" dirty="0">
                <a:solidFill>
                  <a:srgbClr val="E1E4E8"/>
                </a:solidFill>
                <a:latin typeface="Noto Sans Mono" pitchFamily="34" charset="0"/>
                <a:ea typeface="Noto Sans Mono" pitchFamily="34" charset="-122"/>
                <a:cs typeface="Noto Sans Mono" pitchFamily="34" charset="-120"/>
              </a:rPr>
              <a:t xml:space="preserve"> (to)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return</a:t>
            </a: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79B8FF"/>
                </a:solidFill>
                <a:latin typeface="Noto Sans Mono" pitchFamily="34" charset="0"/>
                <a:ea typeface="Noto Sans Mono" pitchFamily="34" charset="-122"/>
                <a:cs typeface="Noto Sans Mono" pitchFamily="34" charset="-120"/>
              </a:rPr>
              <a:t>Link</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to</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{to}&gt;{body}&lt;/</a:t>
            </a:r>
            <a:r>
              <a:rPr lang="fr-FR" sz="950" dirty="0">
                <a:solidFill>
                  <a:srgbClr val="79B8FF"/>
                </a:solidFill>
                <a:latin typeface="Noto Sans Mono" pitchFamily="34" charset="0"/>
                <a:ea typeface="Noto Sans Mono" pitchFamily="34" charset="-122"/>
                <a:cs typeface="Noto Sans Mono" pitchFamily="34" charset="-120"/>
              </a:rPr>
              <a:t>Link</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return</a:t>
            </a: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div</a:t>
            </a:r>
            <a:r>
              <a:rPr lang="fr-FR" sz="950" dirty="0">
                <a:solidFill>
                  <a:srgbClr val="E1E4E8"/>
                </a:solidFill>
                <a:latin typeface="Noto Sans Mono" pitchFamily="34" charset="0"/>
                <a:ea typeface="Noto Sans Mono" pitchFamily="34" charset="-122"/>
                <a:cs typeface="Noto Sans Mono" pitchFamily="34" charset="-120"/>
              </a:rPr>
              <a:t>&gt;{body}&lt;/</a:t>
            </a:r>
            <a:r>
              <a:rPr lang="fr-FR" sz="950" dirty="0">
                <a:solidFill>
                  <a:srgbClr val="85E89D"/>
                </a:solidFill>
                <a:latin typeface="Noto Sans Mono" pitchFamily="34" charset="0"/>
                <a:ea typeface="Noto Sans Mono" pitchFamily="34" charset="-122"/>
                <a:cs typeface="Noto Sans Mono" pitchFamily="34" charset="-120"/>
              </a:rPr>
              <a:t>div</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p:txBody>
      </p:sp>
      <p:sp>
        <p:nvSpPr>
          <p:cNvPr id="19" name="Text 19"/>
          <p:cNvSpPr txBox="1"/>
          <p:nvPr/>
        </p:nvSpPr>
        <p:spPr>
          <a:xfrm>
            <a:off x="6438748" y="385114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pages/Todos/TodosPage.tsx (simplifié)</a:t>
            </a:r>
            <a:endParaRPr lang="fr-FR" sz="1000" dirty="0"/>
          </a:p>
        </p:txBody>
      </p:sp>
      <p:sp>
        <p:nvSpPr>
          <p:cNvPr id="20" name="Shape 20"/>
          <p:cNvSpPr/>
          <p:nvPr/>
        </p:nvSpPr>
        <p:spPr>
          <a:xfrm>
            <a:off x="6365596" y="4125468"/>
            <a:ext cx="5122012" cy="1412748"/>
          </a:xfrm>
          <a:prstGeom prst="roundRect">
            <a:avLst>
              <a:gd name="adj" fmla="val 2488"/>
            </a:avLst>
          </a:prstGeom>
          <a:solidFill>
            <a:srgbClr val="0D1322"/>
          </a:solidFill>
          <a:ln>
            <a:noFill/>
          </a:ln>
        </p:spPr>
      </p:sp>
      <p:sp>
        <p:nvSpPr>
          <p:cNvPr id="21" name="Text 21"/>
          <p:cNvSpPr txBox="1"/>
          <p:nvPr/>
        </p:nvSpPr>
        <p:spPr>
          <a:xfrm>
            <a:off x="6438748" y="4180332"/>
            <a:ext cx="4975708" cy="130302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{isLoading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&gt;Chargement des tâches…&lt;/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visibleTodos.</a:t>
            </a:r>
            <a:r>
              <a:rPr lang="fr-FR" sz="950" dirty="0">
                <a:solidFill>
                  <a:srgbClr val="79B8FF"/>
                </a:solidFill>
                <a:latin typeface="Noto Sans Mono" pitchFamily="34" charset="0"/>
                <a:ea typeface="Noto Sans Mono" pitchFamily="34" charset="-122"/>
                <a:cs typeface="Noto Sans Mono" pitchFamily="34" charset="-120"/>
              </a:rPr>
              <a:t>length</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0</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visibleTodos.</a:t>
            </a:r>
            <a:r>
              <a:rPr lang="fr-FR" sz="950" dirty="0">
                <a:solidFill>
                  <a:srgbClr val="B392F0"/>
                </a:solidFill>
                <a:latin typeface="Noto Sans Mono" pitchFamily="34" charset="0"/>
                <a:ea typeface="Noto Sans Mono" pitchFamily="34" charset="-122"/>
                <a:cs typeface="Noto Sans Mono" pitchFamily="34" charset="-120"/>
              </a:rPr>
              <a:t>map</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FFAB70"/>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79B8FF"/>
                </a:solidFill>
                <a:latin typeface="Noto Sans Mono" pitchFamily="34" charset="0"/>
                <a:ea typeface="Noto Sans Mono" pitchFamily="34" charset="-122"/>
                <a:cs typeface="Noto Sans Mono" pitchFamily="34" charset="-120"/>
              </a:rPr>
              <a:t>TodoItem</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key</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{todo.id} </a:t>
            </a:r>
            <a:r>
              <a:rPr lang="fr-FR" sz="950" dirty="0">
                <a:solidFill>
                  <a:srgbClr val="B392F0"/>
                </a:solidFill>
                <a:latin typeface="Noto Sans Mono" pitchFamily="34" charset="0"/>
                <a:ea typeface="Noto Sans Mono" pitchFamily="34" charset="-122"/>
                <a:cs typeface="Noto Sans Mono" pitchFamily="34" charset="-120"/>
              </a:rPr>
              <a:t>todo</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{todo} /&gt;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&gt;Aucune tâche pour ce filtre.&lt;/</a:t>
            </a:r>
            <a:r>
              <a:rPr lang="fr-FR" sz="950" dirty="0">
                <a:solidFill>
                  <a:srgbClr val="85E89D"/>
                </a:solidFill>
                <a:latin typeface="Noto Sans Mono" pitchFamily="34" charset="0"/>
                <a:ea typeface="Noto Sans Mono" pitchFamily="34" charset="-122"/>
                <a:cs typeface="Noto Sans Mono" pitchFamily="34" charset="-120"/>
              </a:rPr>
              <a:t>p</a:t>
            </a:r>
            <a:r>
              <a:rPr lang="fr-FR" sz="950" dirty="0">
                <a:solidFill>
                  <a:srgbClr val="E1E4E8"/>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p:txBody>
      </p:sp>
      <p:sp>
        <p:nvSpPr>
          <p:cNvPr id="22" name="Shape 22"/>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23" name="Text 23"/>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Angular : le template est un langage à part, avec ses propres blocs (ng-template, @if, @for) ; lisible, mais une syntaxe à apprendre. React : le JSX, c'est du JavaScript : une variable pour réutiliser un bloc, des ternaires et .map() pour les conditions et les listes.</a:t>
            </a:r>
            <a:endParaRPr lang="fr-FR" sz="15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046" name="Text 0"/>
          <p:cNvSpPr/>
          <p:nvPr/>
        </p:nvSpPr>
        <p:spPr>
          <a:xfrm>
            <a:off x="548640" y="1280160"/>
            <a:ext cx="2742840" cy="1462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0" b="1" u="none" strike="noStrike">
                <a:solidFill>
                  <a:srgbClr val="FF3B3B"/>
                </a:solidFill>
                <a:effectLst/>
                <a:uFillTx/>
                <a:latin typeface="Calibri"/>
                <a:ea typeface="Calibri"/>
              </a:rPr>
              <a:t>02</a:t>
            </a:r>
            <a:endParaRPr lang="en-US" sz="11000" b="0" u="none" strike="noStrike">
              <a:solidFill>
                <a:srgbClr val="FFFFFF"/>
              </a:solidFill>
              <a:effectLst/>
              <a:uFillTx/>
              <a:latin typeface="Arial"/>
            </a:endParaRPr>
          </a:p>
        </p:txBody>
      </p:sp>
      <p:sp>
        <p:nvSpPr>
          <p:cNvPr id="1047" name="Text 1"/>
          <p:cNvSpPr/>
          <p:nvPr/>
        </p:nvSpPr>
        <p:spPr>
          <a:xfrm>
            <a:off x="548640" y="2788920"/>
            <a:ext cx="6400440" cy="822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4400" b="1" u="none" strike="noStrike">
                <a:solidFill>
                  <a:srgbClr val="EEF1F6"/>
                </a:solidFill>
                <a:effectLst/>
                <a:uFillTx/>
                <a:latin typeface="Calibri"/>
                <a:ea typeface="Calibri"/>
              </a:rPr>
              <a:t>État et réactivité</a:t>
            </a:r>
            <a:endParaRPr lang="en-US" sz="4400" b="0" u="none" strike="noStrike">
              <a:solidFill>
                <a:srgbClr val="FFFFFF"/>
              </a:solidFill>
              <a:effectLst/>
              <a:uFillTx/>
              <a:latin typeface="Arial"/>
            </a:endParaRPr>
          </a:p>
        </p:txBody>
      </p:sp>
      <p:sp>
        <p:nvSpPr>
          <p:cNvPr id="1048" name="Text 2"/>
          <p:cNvSpPr/>
          <p:nvPr/>
        </p:nvSpPr>
        <p:spPr>
          <a:xfrm>
            <a:off x="548640" y="3703320"/>
            <a:ext cx="640044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8F9AB0"/>
                </a:solidFill>
                <a:effectLst/>
                <a:uFillTx/>
                <a:latin typeface="Noto Sans Mono"/>
                <a:ea typeface="Noto Sans Mono"/>
              </a:rPr>
              <a:t>Pages : Compteur · TodoList · Inscription</a:t>
            </a:r>
            <a:endParaRPr lang="en-US" sz="1400" b="0" u="none" strike="noStrike">
              <a:solidFill>
                <a:srgbClr val="FFFFFF"/>
              </a:solidFill>
              <a:effectLst/>
              <a:uFillTx/>
              <a:latin typeface="Arial"/>
            </a:endParaRPr>
          </a:p>
        </p:txBody>
      </p:sp>
      <p:sp>
        <p:nvSpPr>
          <p:cNvPr id="1058" name="Shape 3"/>
          <p:cNvSpPr/>
          <p:nvPr/>
        </p:nvSpPr>
        <p:spPr>
          <a:xfrm>
            <a:off x="6766560" y="178308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59" name="Text 4"/>
          <p:cNvSpPr/>
          <p:nvPr/>
        </p:nvSpPr>
        <p:spPr>
          <a:xfrm>
            <a:off x="6995160" y="178308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1</a:t>
            </a:r>
            <a:endParaRPr lang="en-US" sz="1600" b="0" u="none" strike="noStrike">
              <a:solidFill>
                <a:srgbClr val="FFFFFF"/>
              </a:solidFill>
              <a:effectLst/>
              <a:uFillTx/>
              <a:latin typeface="Arial"/>
            </a:endParaRPr>
          </a:p>
        </p:txBody>
      </p:sp>
      <p:sp>
        <p:nvSpPr>
          <p:cNvPr id="1060" name="Text 5"/>
          <p:cNvSpPr/>
          <p:nvPr/>
        </p:nvSpPr>
        <p:spPr>
          <a:xfrm>
            <a:off x="7406640" y="178308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State : signal() vs useState</a:t>
            </a:r>
            <a:endParaRPr lang="en-US" sz="1700" b="0" u="none" strike="noStrike">
              <a:solidFill>
                <a:srgbClr val="FFFFFF"/>
              </a:solidFill>
              <a:effectLst/>
              <a:uFillTx/>
              <a:latin typeface="Arial"/>
            </a:endParaRPr>
          </a:p>
        </p:txBody>
      </p:sp>
      <p:sp>
        <p:nvSpPr>
          <p:cNvPr id="1061" name="Shape 3"/>
          <p:cNvSpPr/>
          <p:nvPr/>
        </p:nvSpPr>
        <p:spPr>
          <a:xfrm>
            <a:off x="6766560" y="265176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2" name="Text 4"/>
          <p:cNvSpPr/>
          <p:nvPr/>
        </p:nvSpPr>
        <p:spPr>
          <a:xfrm>
            <a:off x="6995160" y="265176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2</a:t>
            </a:r>
            <a:endParaRPr lang="en-US" sz="1600" b="0" u="none" strike="noStrike">
              <a:solidFill>
                <a:srgbClr val="FFFFFF"/>
              </a:solidFill>
              <a:effectLst/>
              <a:uFillTx/>
              <a:latin typeface="Arial"/>
            </a:endParaRPr>
          </a:p>
        </p:txBody>
      </p:sp>
      <p:sp>
        <p:nvSpPr>
          <p:cNvPr id="1063" name="Text 5"/>
          <p:cNvSpPr/>
          <p:nvPr/>
        </p:nvSpPr>
        <p:spPr>
          <a:xfrm>
            <a:off x="7406640" y="265176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État dérivé et effets : computed vs useMemo</a:t>
            </a:r>
            <a:endParaRPr lang="en-US" sz="1700" b="0" u="none" strike="noStrike">
              <a:solidFill>
                <a:srgbClr val="FFFFFF"/>
              </a:solidFill>
              <a:effectLst/>
              <a:uFillTx/>
              <a:latin typeface="Arial"/>
            </a:endParaRPr>
          </a:p>
        </p:txBody>
      </p:sp>
      <p:sp>
        <p:nvSpPr>
          <p:cNvPr id="1064" name="Shape 3"/>
          <p:cNvSpPr/>
          <p:nvPr/>
        </p:nvSpPr>
        <p:spPr>
          <a:xfrm>
            <a:off x="6766560" y="352044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5" name="Text 4"/>
          <p:cNvSpPr/>
          <p:nvPr/>
        </p:nvSpPr>
        <p:spPr>
          <a:xfrm>
            <a:off x="6995160" y="352044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3</a:t>
            </a:r>
            <a:endParaRPr lang="en-US" sz="1600" b="0" u="none" strike="noStrike">
              <a:solidFill>
                <a:srgbClr val="FFFFFF"/>
              </a:solidFill>
              <a:effectLst/>
              <a:uFillTx/>
              <a:latin typeface="Arial"/>
            </a:endParaRPr>
          </a:p>
        </p:txBody>
      </p:sp>
      <p:sp>
        <p:nvSpPr>
          <p:cNvPr id="1066" name="Text 5"/>
          <p:cNvSpPr/>
          <p:nvPr/>
        </p:nvSpPr>
        <p:spPr>
          <a:xfrm>
            <a:off x="7406640" y="352044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Formulaire et validation</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055" name="Text 0"/>
          <p:cNvSpPr/>
          <p:nvPr/>
        </p:nvSpPr>
        <p:spPr>
          <a:xfrm>
            <a:off x="548640" y="274320"/>
            <a:ext cx="11094120" cy="5940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EEF1F6"/>
                </a:solidFill>
                <a:effectLst/>
                <a:uFillTx/>
                <a:latin typeface="Calibri"/>
                <a:ea typeface="Calibri"/>
              </a:rPr>
              <a:t>Formulaire et validation</a:t>
            </a:r>
            <a:endParaRPr lang="en-US" sz="3000" b="0" u="none" strike="noStrike">
              <a:solidFill>
                <a:srgbClr val="FFFFFF"/>
              </a:solidFill>
              <a:effectLst/>
              <a:uFillTx/>
              <a:latin typeface="Arial"/>
            </a:endParaRPr>
          </a:p>
        </p:txBody>
      </p:sp>
      <p:sp>
        <p:nvSpPr>
          <p:cNvPr id="1056" name="Text 1"/>
          <p:cNvSpPr/>
          <p:nvPr/>
        </p:nvSpPr>
        <p:spPr>
          <a:xfrm>
            <a:off x="8899920" y="274320"/>
            <a:ext cx="2742840" cy="59400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US" sz="1200" b="0" u="none" spc="201" strike="noStrike">
                <a:solidFill>
                  <a:srgbClr val="FF3B3B"/>
                </a:solidFill>
                <a:effectLst/>
                <a:uFillTx/>
                <a:latin typeface="Noto Sans Mono"/>
                <a:ea typeface="Noto Sans Mono"/>
              </a:rPr>
              <a:t>INSCRIPTION</a:t>
            </a:r>
            <a:endParaRPr lang="en-US" sz="1200" b="0" u="none" strike="noStrike">
              <a:solidFill>
                <a:srgbClr val="FFFFFF"/>
              </a:solidFill>
              <a:effectLst/>
              <a:uFillTx/>
              <a:latin typeface="Arial"/>
            </a:endParaRPr>
          </a:p>
        </p:txBody>
      </p:sp>
      <p:sp>
        <p:nvSpPr>
          <p:cNvPr id="1057" name="Shape 2"/>
          <p:cNvSpPr/>
          <p:nvPr/>
        </p:nvSpPr>
        <p:spPr>
          <a:xfrm>
            <a:off x="621000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58" name="Image 0" descr="/tmp/claude-1000/-home-felixsabatie-Downloads-Pr-sentation-angular-vs-react/0023244b-60ba-4634-b0b4-ae9b22a00da3/scratchpad/icons/react_light.png"/>
          <p:cNvPicPr/>
          <p:nvPr/>
        </p:nvPicPr>
        <p:blipFill>
          <a:blip r:embed="rId1"/>
          <a:stretch/>
        </p:blipFill>
        <p:spPr>
          <a:xfrm>
            <a:off x="6438600" y="1234440"/>
            <a:ext cx="292320" cy="292320"/>
          </a:xfrm>
          <a:prstGeom prst="rect">
            <a:avLst/>
          </a:prstGeom>
          <a:noFill/>
          <a:ln w="0">
            <a:noFill/>
          </a:ln>
        </p:spPr>
      </p:pic>
      <p:sp>
        <p:nvSpPr>
          <p:cNvPr id="1059" name="Text 3"/>
          <p:cNvSpPr/>
          <p:nvPr/>
        </p:nvSpPr>
        <p:spPr>
          <a:xfrm>
            <a:off x="685008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61DAFB"/>
                </a:solidFill>
                <a:effectLst/>
                <a:uFillTx/>
                <a:latin typeface="Calibri"/>
                <a:ea typeface="Calibri"/>
              </a:rPr>
              <a:t>React</a:t>
            </a:r>
            <a:endParaRPr lang="en-US" sz="1600" b="0" u="none" strike="noStrike">
              <a:solidFill>
                <a:srgbClr val="FFFFFF"/>
              </a:solidFill>
              <a:effectLst/>
              <a:uFillTx/>
              <a:latin typeface="Arial"/>
            </a:endParaRPr>
          </a:p>
        </p:txBody>
      </p:sp>
      <p:sp>
        <p:nvSpPr>
          <p:cNvPr id="1060" name="Text 4"/>
          <p:cNvSpPr/>
          <p:nvPr/>
        </p:nvSpPr>
        <p:spPr>
          <a:xfrm>
            <a:off x="643860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pages/Signup/signupSchema.ts (extrait)</a:t>
            </a:r>
            <a:endParaRPr lang="en-US" sz="1000" b="0" u="none" strike="noStrike">
              <a:solidFill>
                <a:srgbClr val="FFFFFF"/>
              </a:solidFill>
              <a:effectLst/>
              <a:uFillTx/>
              <a:latin typeface="Arial"/>
            </a:endParaRPr>
          </a:p>
        </p:txBody>
      </p:sp>
      <p:sp>
        <p:nvSpPr>
          <p:cNvPr id="1061" name="Shape 5"/>
          <p:cNvSpPr/>
          <p:nvPr/>
        </p:nvSpPr>
        <p:spPr>
          <a:xfrm>
            <a:off x="6365520" y="1984320"/>
            <a:ext cx="5121720" cy="1869480"/>
          </a:xfrm>
          <a:prstGeom prst="roundRect">
            <a:avLst>
              <a:gd name="adj" fmla="val 2934"/>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2" name="Text 6"/>
          <p:cNvSpPr/>
          <p:nvPr/>
        </p:nvSpPr>
        <p:spPr>
          <a:xfrm>
            <a:off x="6438600" y="2039040"/>
            <a:ext cx="4975200" cy="176004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F97583"/>
                </a:solidFill>
                <a:effectLst/>
                <a:uFillTx/>
                <a:latin typeface="Noto Sans Mono"/>
                <a:ea typeface="Noto Sans Mono"/>
              </a:rPr>
              <a:t>export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const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signupSchema</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z</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object</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email: </a:t>
            </a:r>
            <a:r>
              <a:rPr lang="en-US" sz="1050" b="0" u="none" strike="noStrike">
                <a:solidFill>
                  <a:srgbClr val="79B8FF"/>
                </a:solidFill>
                <a:effectLst/>
                <a:uFillTx/>
                <a:latin typeface="Noto Sans Mono"/>
                <a:ea typeface="Noto Sans Mono"/>
              </a:rPr>
              <a:t>OPTIONAL_EMAIL</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phone: z.</a:t>
            </a:r>
            <a:r>
              <a:rPr lang="en-US" sz="1050" b="0" u="none" strike="noStrike">
                <a:solidFill>
                  <a:srgbClr val="B392F0"/>
                </a:solidFill>
                <a:effectLst/>
                <a:uFillTx/>
                <a:latin typeface="Noto Sans Mono"/>
                <a:ea typeface="Noto Sans Mono"/>
              </a:rPr>
              <a:t>string</a:t>
            </a:r>
            <a:r>
              <a:rPr lang="en-US" sz="1050" b="0" u="none" strike="noStrike">
                <a:solidFill>
                  <a:srgbClr val="E1E4E8"/>
                </a:solidFill>
                <a:effectLst/>
                <a:uFillTx/>
                <a:latin typeface="Noto Sans Mono"/>
                <a:ea typeface="Noto Sans Mono"/>
              </a:rPr>
              <a:t>().</a:t>
            </a:r>
            <a:r>
              <a:rPr lang="en-US" sz="1050" b="0" u="none" strike="noStrike">
                <a:solidFill>
                  <a:srgbClr val="B392F0"/>
                </a:solidFill>
                <a:effectLst/>
                <a:uFillTx/>
                <a:latin typeface="Noto Sans Mono"/>
                <a:ea typeface="Noto Sans Mono"/>
              </a:rPr>
              <a:t>refine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FAB70"/>
                </a:solidFill>
                <a:effectLst/>
                <a:uFillTx/>
                <a:latin typeface="Noto Sans Mono"/>
                <a:ea typeface="Noto Sans Mono"/>
              </a:rPr>
              <a:t>value</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value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9ECBFF"/>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FRENCH_PHONE</a:t>
            </a:r>
            <a:r>
              <a:rPr lang="en-US" sz="1050" b="0" u="none" strike="noStrike">
                <a:solidFill>
                  <a:srgbClr val="E1E4E8"/>
                </a:solidFill>
                <a:effectLst/>
                <a:uFillTx/>
                <a:latin typeface="Noto Sans Mono"/>
                <a:ea typeface="Noto Sans Mono"/>
              </a:rPr>
              <a:t>.</a:t>
            </a:r>
            <a:r>
              <a:rPr lang="en-US" sz="1050" b="0" u="none" strike="noStrike">
                <a:solidFill>
                  <a:srgbClr val="B392F0"/>
                </a:solidFill>
                <a:effectLst/>
                <a:uFillTx/>
                <a:latin typeface="Noto Sans Mono"/>
                <a:ea typeface="Noto Sans Mono"/>
              </a:rPr>
              <a:t>test</a:t>
            </a:r>
            <a:r>
              <a:rPr lang="en-US" sz="1050" b="0" u="none" strike="noStrike">
                <a:solidFill>
                  <a:srgbClr val="E1E4E8"/>
                </a:solidFill>
                <a:effectLst/>
                <a:uFillTx/>
                <a:latin typeface="Noto Sans Mono"/>
                <a:ea typeface="Noto Sans Mono"/>
              </a:rPr>
              <a:t>(value),</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 message: </a:t>
            </a:r>
            <a:r>
              <a:rPr lang="en-US" sz="1050" b="0" u="none" strike="noStrike">
                <a:solidFill>
                  <a:srgbClr val="9ECBFF"/>
                </a:solidFill>
                <a:effectLst/>
                <a:uFillTx/>
                <a:latin typeface="Noto Sans Mono"/>
                <a:ea typeface="Noto Sans Mono"/>
              </a:rPr>
              <a:t>"Le format du numéro … est invalide"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nickname: z.</a:t>
            </a:r>
            <a:r>
              <a:rPr lang="en-US" sz="1050" b="0" u="none" strike="noStrike">
                <a:solidFill>
                  <a:srgbClr val="B392F0"/>
                </a:solidFill>
                <a:effectLst/>
                <a:uFillTx/>
                <a:latin typeface="Noto Sans Mono"/>
                <a:ea typeface="Noto Sans Mono"/>
              </a:rPr>
              <a:t>string</a:t>
            </a:r>
            <a:r>
              <a:rPr lang="en-US" sz="1050" b="0" u="none" strike="noStrike">
                <a:solidFill>
                  <a:srgbClr val="E1E4E8"/>
                </a:solidFill>
                <a:effectLst/>
                <a:uFillTx/>
                <a:latin typeface="Noto Sans Mono"/>
                <a:ea typeface="Noto Sans Mono"/>
              </a:rPr>
              <a:t>().</a:t>
            </a:r>
            <a:r>
              <a:rPr lang="en-US" sz="1050" b="0" u="none" strike="noStrike">
                <a:solidFill>
                  <a:srgbClr val="B392F0"/>
                </a:solidFill>
                <a:effectLst/>
                <a:uFillTx/>
                <a:latin typeface="Noto Sans Mono"/>
                <a:ea typeface="Noto Sans Mono"/>
              </a:rPr>
              <a:t>min</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1</a:t>
            </a:r>
            <a:r>
              <a:rPr lang="en-US" sz="1050" b="0" u="none" strike="noStrike">
                <a:solidFill>
                  <a:srgbClr val="E1E4E8"/>
                </a:solidFill>
                <a:effectLst/>
                <a:uFillTx/>
                <a:latin typeface="Noto Sans Mono"/>
                <a:ea typeface="Noto Sans Mono"/>
              </a:rPr>
              <a:t>, </a:t>
            </a:r>
            <a:r>
              <a:rPr lang="en-US" sz="1050" b="0" u="none" strike="noStrike">
                <a:solidFill>
                  <a:srgbClr val="9ECBFF"/>
                </a:solidFill>
                <a:effectLst/>
                <a:uFillTx/>
                <a:latin typeface="Noto Sans Mono"/>
                <a:ea typeface="Noto Sans Mono"/>
              </a:rPr>
              <a:t>"… obligatoire."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password: z.</a:t>
            </a:r>
            <a:r>
              <a:rPr lang="en-US" sz="1050" b="0" u="none" strike="noStrike">
                <a:solidFill>
                  <a:srgbClr val="B392F0"/>
                </a:solidFill>
                <a:effectLst/>
                <a:uFillTx/>
                <a:latin typeface="Noto Sans Mono"/>
                <a:ea typeface="Noto Sans Mono"/>
              </a:rPr>
              <a:t>string</a:t>
            </a:r>
            <a:r>
              <a:rPr lang="en-US" sz="1050" b="0" u="none" strike="noStrike">
                <a:solidFill>
                  <a:srgbClr val="E1E4E8"/>
                </a:solidFill>
                <a:effectLst/>
                <a:uFillTx/>
                <a:latin typeface="Noto Sans Mono"/>
                <a:ea typeface="Noto Sans Mono"/>
              </a:rPr>
              <a:t>().</a:t>
            </a:r>
            <a:r>
              <a:rPr lang="en-US" sz="1050" b="0" u="none" strike="noStrike">
                <a:solidFill>
                  <a:srgbClr val="B392F0"/>
                </a:solidFill>
                <a:effectLst/>
                <a:uFillTx/>
                <a:latin typeface="Noto Sans Mono"/>
                <a:ea typeface="Noto Sans Mono"/>
              </a:rPr>
              <a:t>min</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1</a:t>
            </a:r>
            <a:r>
              <a:rPr lang="en-US" sz="1050" b="0" u="none" strike="noStrike">
                <a:solidFill>
                  <a:srgbClr val="E1E4E8"/>
                </a:solidFill>
                <a:effectLst/>
                <a:uFillTx/>
                <a:latin typeface="Noto Sans Mono"/>
                <a:ea typeface="Noto Sans Mono"/>
              </a:rPr>
              <a:t>, </a:t>
            </a:r>
            <a:r>
              <a:rPr lang="en-US" sz="1050" b="0" u="none" strike="noStrike">
                <a:solidFill>
                  <a:srgbClr val="9ECBFF"/>
                </a:solidFill>
                <a:effectLst/>
                <a:uFillTx/>
                <a:latin typeface="Noto Sans Mono"/>
                <a:ea typeface="Noto Sans Mono"/>
              </a:rPr>
              <a:t>"… obligatoire."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confirmPassword: z.</a:t>
            </a:r>
            <a:r>
              <a:rPr lang="en-US" sz="1050" b="0" u="none" strike="noStrike">
                <a:solidFill>
                  <a:srgbClr val="B392F0"/>
                </a:solidFill>
                <a:effectLst/>
                <a:uFillTx/>
                <a:latin typeface="Noto Sans Mono"/>
                <a:ea typeface="Noto Sans Mono"/>
              </a:rPr>
              <a:t>string</a:t>
            </a:r>
            <a:r>
              <a:rPr lang="en-US" sz="1050" b="0" u="none" strike="noStrike">
                <a:solidFill>
                  <a:srgbClr val="E1E4E8"/>
                </a:solidFill>
                <a:effectLst/>
                <a:uFillTx/>
                <a:latin typeface="Noto Sans Mono"/>
                <a:ea typeface="Noto Sans Mono"/>
              </a:rPr>
              <a:t>().</a:t>
            </a:r>
            <a:r>
              <a:rPr lang="en-US" sz="1050" b="0" u="none" strike="noStrike">
                <a:solidFill>
                  <a:srgbClr val="B392F0"/>
                </a:solidFill>
                <a:effectLst/>
                <a:uFillTx/>
                <a:latin typeface="Noto Sans Mono"/>
                <a:ea typeface="Noto Sans Mono"/>
              </a:rPr>
              <a:t>min</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1</a:t>
            </a:r>
            <a:r>
              <a:rPr lang="en-US" sz="1050" b="0" u="none" strike="noStrike">
                <a:solidFill>
                  <a:srgbClr val="E1E4E8"/>
                </a:solidFill>
                <a:effectLst/>
                <a:uFillTx/>
                <a:latin typeface="Noto Sans Mono"/>
                <a:ea typeface="Noto Sans Mono"/>
              </a:rPr>
              <a:t>, </a:t>
            </a:r>
            <a:r>
              <a:rPr lang="en-US" sz="1050" b="0" u="none" strike="noStrike">
                <a:solidFill>
                  <a:srgbClr val="9ECBFF"/>
                </a:solidFill>
                <a:effectLst/>
                <a:uFillTx/>
                <a:latin typeface="Noto Sans Mono"/>
                <a:ea typeface="Noto Sans Mono"/>
              </a:rPr>
              <a:t>"… obligatoire."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p:txBody>
      </p:sp>
      <p:sp>
        <p:nvSpPr>
          <p:cNvPr id="1063" name="Text 7"/>
          <p:cNvSpPr/>
          <p:nvPr/>
        </p:nvSpPr>
        <p:spPr>
          <a:xfrm>
            <a:off x="6438600" y="401868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pages/Signup/SignupPage.tsx (extrait)</a:t>
            </a:r>
            <a:endParaRPr lang="en-US" sz="1000" b="0" u="none" strike="noStrike">
              <a:solidFill>
                <a:srgbClr val="FFFFFF"/>
              </a:solidFill>
              <a:effectLst/>
              <a:uFillTx/>
              <a:latin typeface="Arial"/>
            </a:endParaRPr>
          </a:p>
        </p:txBody>
      </p:sp>
      <p:sp>
        <p:nvSpPr>
          <p:cNvPr id="1064" name="Shape 8"/>
          <p:cNvSpPr/>
          <p:nvPr/>
        </p:nvSpPr>
        <p:spPr>
          <a:xfrm>
            <a:off x="6365520" y="4293000"/>
            <a:ext cx="5121720" cy="1389600"/>
          </a:xfrm>
          <a:prstGeom prst="roundRect">
            <a:avLst>
              <a:gd name="adj" fmla="val 3947"/>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5" name="Text 9"/>
          <p:cNvSpPr/>
          <p:nvPr/>
        </p:nvSpPr>
        <p:spPr>
          <a:xfrm>
            <a:off x="6438600" y="4348080"/>
            <a:ext cx="4975200" cy="127980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F97583"/>
                </a:solidFill>
                <a:effectLst/>
                <a:uFillTx/>
                <a:latin typeface="Noto Sans Mono"/>
                <a:ea typeface="Noto Sans Mono"/>
              </a:rPr>
              <a:t>const</a:t>
            </a:r>
            <a:r>
              <a:rPr lang="en-US" sz="1050" b="0" u="none" strike="noStrike">
                <a:solidFill>
                  <a:srgbClr val="E1E4E8"/>
                </a:solidFill>
                <a:effectLst/>
                <a:uFillTx/>
                <a:latin typeface="Noto Sans Mono"/>
                <a:ea typeface="Noto Sans Mono"/>
              </a:rPr>
              <a:t xml:space="preserve"> { </a:t>
            </a:r>
            <a:r>
              <a:rPr lang="en-US" sz="1050" b="0" u="none" strike="noStrike">
                <a:solidFill>
                  <a:srgbClr val="79B8FF"/>
                </a:solidFill>
                <a:effectLst/>
                <a:uFillTx/>
                <a:latin typeface="Noto Sans Mono"/>
                <a:ea typeface="Noto Sans Mono"/>
              </a:rPr>
              <a:t>register</a:t>
            </a:r>
            <a:r>
              <a:rPr lang="en-US" sz="1050" b="0" u="none" strike="noStrike">
                <a:solidFill>
                  <a:srgbClr val="E1E4E8"/>
                </a:solidFill>
                <a:effectLst/>
                <a:uFillTx/>
                <a:latin typeface="Noto Sans Mono"/>
                <a:ea typeface="Noto Sans Mono"/>
              </a:rPr>
              <a:t xml:space="preserve">, </a:t>
            </a:r>
            <a:r>
              <a:rPr lang="en-US" sz="1050" b="0" u="none" strike="noStrike">
                <a:solidFill>
                  <a:srgbClr val="FFAB70"/>
                </a:solidFill>
                <a:effectLst/>
                <a:uFillTx/>
                <a:latin typeface="Noto Sans Mono"/>
                <a:ea typeface="Noto Sans Mono"/>
              </a:rPr>
              <a:t>formState</a:t>
            </a:r>
            <a:r>
              <a:rPr lang="en-US" sz="1050" b="0" u="none" strike="noStrike">
                <a:solidFill>
                  <a:srgbClr val="E1E4E8"/>
                </a:solidFill>
                <a:effectLst/>
                <a:uFillTx/>
                <a:latin typeface="Noto Sans Mono"/>
                <a:ea typeface="Noto Sans Mono"/>
              </a:rPr>
              <a:t xml:space="preserve">: { </a:t>
            </a:r>
            <a:r>
              <a:rPr lang="en-US" sz="1050" b="0" u="none" strike="noStrike">
                <a:solidFill>
                  <a:srgbClr val="79B8FF"/>
                </a:solidFill>
                <a:effectLst/>
                <a:uFillTx/>
                <a:latin typeface="Noto Sans Mono"/>
                <a:ea typeface="Noto Sans Mono"/>
              </a:rPr>
              <a:t>errors</a:t>
            </a:r>
            <a:r>
              <a:rPr lang="en-US" sz="1050" b="0" u="none" strike="noStrike">
                <a:solidFill>
                  <a:srgbClr val="E1E4E8"/>
                </a:solidFill>
                <a:effectLst/>
                <a:uFillTx/>
                <a:latin typeface="Noto Sans Mono"/>
                <a:ea typeface="Noto Sans Mono"/>
              </a:rPr>
              <a:t xml:space="preserve"> } }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xml:space="preserve"> </a:t>
            </a:r>
            <a:r>
              <a:rPr lang="en-US" sz="1050" b="0" u="none" strike="noStrike">
                <a:solidFill>
                  <a:srgbClr val="B392F0"/>
                </a:solidFill>
                <a:effectLst/>
                <a:uFillTx/>
                <a:latin typeface="Noto Sans Mono"/>
                <a:ea typeface="Noto Sans Mono"/>
              </a:rPr>
              <a:t>useForm</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resolver: </a:t>
            </a:r>
            <a:r>
              <a:rPr lang="en-US" sz="1050" b="0" u="none" strike="noStrike">
                <a:solidFill>
                  <a:srgbClr val="B392F0"/>
                </a:solidFill>
                <a:effectLst/>
                <a:uFillTx/>
                <a:latin typeface="Noto Sans Mono"/>
                <a:ea typeface="Noto Sans Mono"/>
              </a:rPr>
              <a:t>zodResolver</a:t>
            </a:r>
            <a:r>
              <a:rPr lang="en-US" sz="1050" b="0" u="none" strike="noStrike">
                <a:solidFill>
                  <a:srgbClr val="E1E4E8"/>
                </a:solidFill>
                <a:effectLst/>
                <a:uFillTx/>
                <a:latin typeface="Noto Sans Mono"/>
                <a:ea typeface="Noto Sans Mono"/>
              </a:rPr>
              <a:t>(signupSchema),</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mode: </a:t>
            </a:r>
            <a:r>
              <a:rPr lang="en-US" sz="1050" b="0" u="none" strike="noStrike">
                <a:solidFill>
                  <a:srgbClr val="9ECBFF"/>
                </a:solidFill>
                <a:effectLst/>
                <a:uFillTx/>
                <a:latin typeface="Noto Sans Mono"/>
                <a:ea typeface="Noto Sans Mono"/>
              </a:rPr>
              <a:t>"onChange"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defaultValues: emptyForm,</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000000"/>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79B8FF"/>
                </a:solidFill>
                <a:effectLst/>
                <a:uFillTx/>
                <a:latin typeface="Noto Sans Mono"/>
                <a:ea typeface="Noto Sans Mono"/>
              </a:rPr>
              <a:t>Input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label</a:t>
            </a:r>
            <a:r>
              <a:rPr lang="en-US" sz="1050" b="0" u="none" strike="noStrike">
                <a:solidFill>
                  <a:srgbClr val="F97583"/>
                </a:solidFill>
                <a:effectLst/>
                <a:uFillTx/>
                <a:latin typeface="Noto Sans Mono"/>
                <a:ea typeface="Noto Sans Mono"/>
              </a:rPr>
              <a:t>=</a:t>
            </a:r>
            <a:r>
              <a:rPr lang="en-US" sz="1050" b="0" u="none" strike="noStrike">
                <a:solidFill>
                  <a:srgbClr val="9ECBFF"/>
                </a:solidFill>
                <a:effectLst/>
                <a:uFillTx/>
                <a:latin typeface="Noto Sans Mono"/>
                <a:ea typeface="Noto Sans Mono"/>
              </a:rPr>
              <a:t>"Adresse email"</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a:t>
            </a:r>
            <a:r>
              <a:rPr lang="en-US" sz="1050" b="0" u="none" strike="noStrike">
                <a:solidFill>
                  <a:srgbClr val="B392F0"/>
                </a:solidFill>
                <a:effectLst/>
                <a:uFillTx/>
                <a:latin typeface="Noto Sans Mono"/>
                <a:ea typeface="Noto Sans Mono"/>
              </a:rPr>
              <a:t>register</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"email"</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error</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{errors.email?.message} /&gt;</a:t>
            </a:r>
            <a:endParaRPr lang="en-US" sz="1050" b="0" u="none" strike="noStrike">
              <a:solidFill>
                <a:srgbClr val="FFFFFF"/>
              </a:solidFill>
              <a:effectLst/>
              <a:uFillTx/>
              <a:latin typeface="Arial"/>
            </a:endParaRPr>
          </a:p>
        </p:txBody>
      </p:sp>
      <p:sp>
        <p:nvSpPr>
          <p:cNvPr id="1066" name="Shape 10"/>
          <p:cNvSpPr/>
          <p:nvPr/>
        </p:nvSpPr>
        <p:spPr>
          <a:xfrm>
            <a:off x="54864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67" name="Image 1" descr="/tmp/claude-1000/-home-felixsabatie-Downloads-Pr-sentation-angular-vs-react/0023244b-60ba-4634-b0b4-ae9b22a00da3/scratchpad/icons/angular_light.png"/>
          <p:cNvPicPr/>
          <p:nvPr/>
        </p:nvPicPr>
        <p:blipFill>
          <a:blip r:embed="rId2"/>
          <a:stretch/>
        </p:blipFill>
        <p:spPr>
          <a:xfrm>
            <a:off x="777240" y="1234440"/>
            <a:ext cx="292320" cy="292320"/>
          </a:xfrm>
          <a:prstGeom prst="rect">
            <a:avLst/>
          </a:prstGeom>
          <a:noFill/>
          <a:ln w="0">
            <a:noFill/>
          </a:ln>
        </p:spPr>
      </p:pic>
      <p:sp>
        <p:nvSpPr>
          <p:cNvPr id="1068" name="Text 11"/>
          <p:cNvSpPr/>
          <p:nvPr/>
        </p:nvSpPr>
        <p:spPr>
          <a:xfrm>
            <a:off x="118872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0355A"/>
                </a:solidFill>
                <a:effectLst/>
                <a:uFillTx/>
                <a:latin typeface="Calibri"/>
                <a:ea typeface="Calibri"/>
              </a:rPr>
              <a:t>Angular</a:t>
            </a:r>
            <a:endParaRPr lang="en-US" sz="1600" b="0" u="none" strike="noStrike">
              <a:solidFill>
                <a:srgbClr val="FFFFFF"/>
              </a:solidFill>
              <a:effectLst/>
              <a:uFillTx/>
              <a:latin typeface="Arial"/>
            </a:endParaRPr>
          </a:p>
        </p:txBody>
      </p:sp>
      <p:sp>
        <p:nvSpPr>
          <p:cNvPr id="1069" name="Text 12"/>
          <p:cNvSpPr/>
          <p:nvPr/>
        </p:nvSpPr>
        <p:spPr>
          <a:xfrm>
            <a:off x="77724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pages/signup/signup.ts (extrait)</a:t>
            </a:r>
            <a:endParaRPr lang="en-US" sz="1000" b="0" u="none" strike="noStrike">
              <a:solidFill>
                <a:srgbClr val="FFFFFF"/>
              </a:solidFill>
              <a:effectLst/>
              <a:uFillTx/>
              <a:latin typeface="Arial"/>
            </a:endParaRPr>
          </a:p>
        </p:txBody>
      </p:sp>
      <p:sp>
        <p:nvSpPr>
          <p:cNvPr id="1070" name="Shape 13"/>
          <p:cNvSpPr/>
          <p:nvPr/>
        </p:nvSpPr>
        <p:spPr>
          <a:xfrm>
            <a:off x="704160" y="1984320"/>
            <a:ext cx="5121720" cy="2349720"/>
          </a:xfrm>
          <a:prstGeom prst="roundRect">
            <a:avLst>
              <a:gd name="adj" fmla="val 2335"/>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1" name="Text 14"/>
          <p:cNvSpPr/>
          <p:nvPr/>
        </p:nvSpPr>
        <p:spPr>
          <a:xfrm>
            <a:off x="777240" y="2039040"/>
            <a:ext cx="4975200" cy="223992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E1E4E8"/>
                </a:solidFill>
                <a:effectLst/>
                <a:uFillTx/>
                <a:latin typeface="Noto Sans Mono"/>
                <a:ea typeface="Noto Sans Mono"/>
              </a:rPr>
              <a:t>private readonly newAccount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signal</a:t>
            </a:r>
            <a:r>
              <a:rPr lang="en-US" sz="1050" b="0" u="none" strike="noStrike">
                <a:solidFill>
                  <a:srgbClr val="E1E4E8"/>
                </a:solidFill>
                <a:effectLst/>
                <a:uFillTx/>
                <a:latin typeface="Noto Sans Mono"/>
                <a:ea typeface="Noto Sans Mono"/>
              </a:rPr>
              <a:t>(</a:t>
            </a:r>
            <a:r>
              <a:rPr lang="en-US" sz="1050" b="0" u="none" strike="noStrike">
                <a:solidFill>
                  <a:srgbClr val="79B8FF"/>
                </a:solidFill>
                <a:effectLst/>
                <a:uFillTx/>
                <a:latin typeface="Noto Sans Mono"/>
                <a:ea typeface="Noto Sans Mono"/>
              </a:rPr>
              <a:t>EMPTY_ACCOUNT</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000000"/>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protected readonly signupForm </a:t>
            </a:r>
            <a:r>
              <a:rPr lang="en-US" sz="1050" b="0" u="none" strike="noStrike">
                <a:solidFill>
                  <a:srgbClr val="F97583"/>
                </a:solidFill>
                <a:effectLst/>
                <a:uFillTx/>
                <a:latin typeface="Noto Sans Mono"/>
                <a:ea typeface="Noto Sans Mono"/>
              </a:rPr>
              <a: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form</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79B8FF"/>
                </a:solidFill>
                <a:effectLst/>
                <a:uFillTx/>
                <a:latin typeface="Noto Sans Mono"/>
                <a:ea typeface="Noto Sans Mono"/>
              </a:rPr>
              <a:t>this</a:t>
            </a:r>
            <a:r>
              <a:rPr lang="en-US" sz="1050" b="0" u="none" strike="noStrike">
                <a:solidFill>
                  <a:srgbClr val="E1E4E8"/>
                </a:solidFill>
                <a:effectLst/>
                <a:uFillTx/>
                <a:latin typeface="Noto Sans Mono"/>
                <a:ea typeface="Noto Sans Mono"/>
              </a:rPr>
              <a:t>.newAccount,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FFAB70"/>
                </a:solidFill>
                <a:effectLst/>
                <a:uFillTx/>
                <a:latin typeface="Noto Sans Mono"/>
                <a:ea typeface="Noto Sans Mono"/>
              </a:rPr>
              <a:t>path</a:t>
            </a:r>
            <a:r>
              <a:rPr lang="en-US" sz="1050" b="0" u="none" strike="noStrike">
                <a:solidFill>
                  <a:srgbClr val="E1E4E8"/>
                </a:solidFill>
                <a:effectLst/>
                <a:uFillTx/>
                <a:latin typeface="Noto Sans Mono"/>
                <a:ea typeface="Noto Sans Mono"/>
              </a:rPr>
              <a:t>) </a:t>
            </a:r>
            <a:r>
              <a:rPr lang="en-US" sz="1050" b="0" u="none" strike="noStrike">
                <a:solidFill>
                  <a:srgbClr val="F97583"/>
                </a:solidFill>
                <a:effectLst/>
                <a:uFillTx/>
                <a:latin typeface="Noto Sans Mono"/>
                <a:ea typeface="Noto Sans Mono"/>
              </a:rPr>
              <a:t>=&gt;</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email</a:t>
            </a:r>
            <a:r>
              <a:rPr lang="en-US" sz="1050" b="0" u="none" strike="noStrike">
                <a:solidFill>
                  <a:srgbClr val="E1E4E8"/>
                </a:solidFill>
                <a:effectLst/>
                <a:uFillTx/>
                <a:latin typeface="Noto Sans Mono"/>
                <a:ea typeface="Noto Sans Mono"/>
              </a:rPr>
              <a:t>(path.email, { message: </a:t>
            </a:r>
            <a:r>
              <a:rPr lang="en-US" sz="1050" b="0" u="none" strike="noStrike">
                <a:solidFill>
                  <a:srgbClr val="9ECBFF"/>
                </a:solidFill>
                <a:effectLst/>
                <a:uFillTx/>
                <a:latin typeface="Noto Sans Mono"/>
                <a:ea typeface="Noto Sans Mono"/>
              </a:rPr>
              <a:t>'… invalide.'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pattern</a:t>
            </a:r>
            <a:r>
              <a:rPr lang="en-US" sz="1050" b="0" u="none" strike="noStrike">
                <a:solidFill>
                  <a:srgbClr val="E1E4E8"/>
                </a:solidFill>
                <a:effectLst/>
                <a:uFillTx/>
                <a:latin typeface="Noto Sans Mono"/>
                <a:ea typeface="Noto Sans Mono"/>
              </a:rPr>
              <a:t>(path.phone, </a:t>
            </a:r>
            <a:r>
              <a:rPr lang="en-US" sz="1050" b="0" u="none" strike="noStrike">
                <a:solidFill>
                  <a:srgbClr val="79B8FF"/>
                </a:solidFill>
                <a:effectLst/>
                <a:uFillTx/>
                <a:latin typeface="Noto Sans Mono"/>
                <a:ea typeface="Noto Sans Mono"/>
              </a:rPr>
              <a:t>FRENCH_PHONE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message: </a:t>
            </a:r>
            <a:r>
              <a:rPr lang="en-US" sz="1050" b="0" u="none" strike="noStrike">
                <a:solidFill>
                  <a:srgbClr val="9ECBFF"/>
                </a:solidFill>
                <a:effectLst/>
                <a:uFillTx/>
                <a:latin typeface="Noto Sans Mono"/>
                <a:ea typeface="Noto Sans Mono"/>
              </a:rPr>
              <a:t>'Le format du numéro … est invalide'</a:t>
            </a: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required</a:t>
            </a:r>
            <a:r>
              <a:rPr lang="en-US" sz="1050" b="0" u="none" strike="noStrike">
                <a:solidFill>
                  <a:srgbClr val="E1E4E8"/>
                </a:solidFill>
                <a:effectLst/>
                <a:uFillTx/>
                <a:latin typeface="Noto Sans Mono"/>
                <a:ea typeface="Noto Sans Mono"/>
              </a:rPr>
              <a:t>(path.nickname, { message: </a:t>
            </a:r>
            <a:r>
              <a:rPr lang="en-US" sz="1050" b="0" u="none" strike="noStrike">
                <a:solidFill>
                  <a:srgbClr val="9ECBFF"/>
                </a:solidFill>
                <a:effectLst/>
                <a:uFillTx/>
                <a:latin typeface="Noto Sans Mono"/>
                <a:ea typeface="Noto Sans Mono"/>
              </a:rPr>
              <a:t>'… obligatoire.'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required</a:t>
            </a:r>
            <a:r>
              <a:rPr lang="en-US" sz="1050" b="0" u="none" strike="noStrike">
                <a:solidFill>
                  <a:srgbClr val="E1E4E8"/>
                </a:solidFill>
                <a:effectLst/>
                <a:uFillTx/>
                <a:latin typeface="Noto Sans Mono"/>
                <a:ea typeface="Noto Sans Mono"/>
              </a:rPr>
              <a:t>(path.password, { message: </a:t>
            </a:r>
            <a:r>
              <a:rPr lang="en-US" sz="1050" b="0" u="none" strike="noStrike">
                <a:solidFill>
                  <a:srgbClr val="9ECBFF"/>
                </a:solidFill>
                <a:effectLst/>
                <a:uFillTx/>
                <a:latin typeface="Noto Sans Mono"/>
                <a:ea typeface="Noto Sans Mono"/>
              </a:rPr>
              <a:t>'… obligatoire.'</a:t>
            </a: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r>
              <a:rPr lang="en-US" sz="1050" b="0" u="none" strike="noStrike">
                <a:solidFill>
                  <a:srgbClr val="6A737D"/>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p:txBody>
      </p:sp>
      <p:sp>
        <p:nvSpPr>
          <p:cNvPr id="1072" name="Text 15"/>
          <p:cNvSpPr/>
          <p:nvPr/>
        </p:nvSpPr>
        <p:spPr>
          <a:xfrm>
            <a:off x="777240" y="449892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00" b="0" u="none" strike="noStrike">
                <a:solidFill>
                  <a:srgbClr val="8F9AB0"/>
                </a:solidFill>
                <a:effectLst/>
                <a:uFillTx/>
                <a:latin typeface="Noto Sans Mono"/>
                <a:ea typeface="Noto Sans Mono"/>
              </a:rPr>
              <a:t>pages/signup/signup.html (extrait)</a:t>
            </a:r>
            <a:endParaRPr lang="en-US" sz="1000" b="0" u="none" strike="noStrike">
              <a:solidFill>
                <a:srgbClr val="FFFFFF"/>
              </a:solidFill>
              <a:effectLst/>
              <a:uFillTx/>
              <a:latin typeface="Arial"/>
            </a:endParaRPr>
          </a:p>
        </p:txBody>
      </p:sp>
      <p:sp>
        <p:nvSpPr>
          <p:cNvPr id="1073" name="Shape 16"/>
          <p:cNvSpPr/>
          <p:nvPr/>
        </p:nvSpPr>
        <p:spPr>
          <a:xfrm>
            <a:off x="704160" y="4773240"/>
            <a:ext cx="5121720" cy="429480"/>
          </a:xfrm>
          <a:prstGeom prst="roundRect">
            <a:avLst>
              <a:gd name="adj" fmla="val 12766"/>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4" name="Text 17"/>
          <p:cNvSpPr/>
          <p:nvPr/>
        </p:nvSpPr>
        <p:spPr>
          <a:xfrm>
            <a:off x="777240" y="4827960"/>
            <a:ext cx="4975200" cy="31968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input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appInput</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[formField]</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"signupForm.email"</a:t>
            </a:r>
            <a:r>
              <a:rPr lang="en-US" sz="1050" b="0" u="none" strike="noStrike">
                <a:solidFill>
                  <a:srgbClr val="E1E4E8"/>
                </a:solidFill>
                <a:effectLst/>
                <a:uFillTx/>
                <a:latin typeface="Noto Sans Mono"/>
                <a:ea typeface="Noto Sans Mono"/>
              </a:rPr>
              <a:t> /&gt;</a:t>
            </a:r>
            <a:endParaRPr lang="en-US" sz="1050" b="0" u="none" strike="noStrike">
              <a:solidFill>
                <a:srgbClr val="FFFFFF"/>
              </a:solidFill>
              <a:effectLst/>
              <a:uFillTx/>
              <a:latin typeface="Arial"/>
            </a:endParaRPr>
          </a:p>
          <a:p>
            <a:pPr>
              <a:lnSpc>
                <a:spcPct val="100000"/>
              </a:lnSpc>
              <a:tabLst>
                <a:tab pos="0" algn="l"/>
              </a:tabLst>
            </a:pPr>
            <a:r>
              <a:rPr lang="en-US" sz="1050" b="0" u="none" strike="noStrike">
                <a:solidFill>
                  <a:srgbClr val="E1E4E8"/>
                </a:solidFill>
                <a:effectLst/>
                <a:uFillTx/>
                <a:latin typeface="Noto Sans Mono"/>
                <a:ea typeface="Noto Sans Mono"/>
              </a:rPr>
              <a:t>&lt;</a:t>
            </a:r>
            <a:r>
              <a:rPr lang="en-US" sz="1050" b="0" u="none" strike="noStrike">
                <a:solidFill>
                  <a:srgbClr val="85E89D"/>
                </a:solidFill>
                <a:effectLst/>
                <a:uFillTx/>
                <a:latin typeface="Noto Sans Mono"/>
                <a:ea typeface="Noto Sans Mono"/>
              </a:rPr>
              <a:t>app-field-error</a:t>
            </a:r>
            <a:r>
              <a:rPr lang="en-US" sz="1050" b="0" u="none" strike="noStrike">
                <a:solidFill>
                  <a:srgbClr val="E1E4E8"/>
                </a:solidFill>
                <a:effectLst/>
                <a:uFillTx/>
                <a:latin typeface="Noto Sans Mono"/>
                <a:ea typeface="Noto Sans Mono"/>
              </a:rPr>
              <a:t> </a:t>
            </a:r>
            <a:r>
              <a:rPr lang="en-US" sz="1050" b="0" u="none" strike="noStrike">
                <a:solidFill>
                  <a:srgbClr val="B392F0"/>
                </a:solidFill>
                <a:effectLst/>
                <a:uFillTx/>
                <a:latin typeface="Noto Sans Mono"/>
                <a:ea typeface="Noto Sans Mono"/>
              </a:rPr>
              <a:t>[field]</a:t>
            </a:r>
            <a:r>
              <a:rPr lang="en-US" sz="1050" b="0" u="none" strike="noStrike">
                <a:solidFill>
                  <a:srgbClr val="E1E4E8"/>
                </a:solidFill>
                <a:effectLst/>
                <a:uFillTx/>
                <a:latin typeface="Noto Sans Mono"/>
                <a:ea typeface="Noto Sans Mono"/>
              </a:rPr>
              <a:t>=</a:t>
            </a:r>
            <a:r>
              <a:rPr lang="en-US" sz="1050" b="0" u="none" strike="noStrike">
                <a:solidFill>
                  <a:srgbClr val="9ECBFF"/>
                </a:solidFill>
                <a:effectLst/>
                <a:uFillTx/>
                <a:latin typeface="Noto Sans Mono"/>
                <a:ea typeface="Noto Sans Mono"/>
              </a:rPr>
              <a:t>"signupForm.email"</a:t>
            </a:r>
            <a:r>
              <a:rPr lang="en-US" sz="1050" b="0" u="none" strike="noStrike">
                <a:solidFill>
                  <a:srgbClr val="E1E4E8"/>
                </a:solidFill>
                <a:effectLst/>
                <a:uFillTx/>
                <a:latin typeface="Noto Sans Mono"/>
                <a:ea typeface="Noto Sans Mono"/>
              </a:rPr>
              <a:t> /&gt;</a:t>
            </a:r>
            <a:endParaRPr lang="en-US" sz="1050" b="0" u="none" strike="noStrike">
              <a:solidFill>
                <a:srgbClr val="FFFFFF"/>
              </a:solidFill>
              <a:effectLst/>
              <a:uFillTx/>
              <a:latin typeface="Arial"/>
            </a:endParaRPr>
          </a:p>
        </p:txBody>
      </p:sp>
      <p:sp>
        <p:nvSpPr>
          <p:cNvPr id="1075" name="Shape 18"/>
          <p:cNvSpPr/>
          <p:nvPr/>
        </p:nvSpPr>
        <p:spPr>
          <a:xfrm>
            <a:off x="548640" y="5897880"/>
            <a:ext cx="11094120" cy="658080"/>
          </a:xfrm>
          <a:prstGeom prst="roundRect">
            <a:avLst>
              <a:gd name="adj" fmla="val 13889"/>
            </a:avLst>
          </a:prstGeom>
          <a:solidFill>
            <a:srgbClr val="151E35"/>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6" name="Text 19"/>
          <p:cNvSpPr/>
          <p:nvPr/>
        </p:nvSpPr>
        <p:spPr>
          <a:xfrm>
            <a:off x="822960" y="5897880"/>
            <a:ext cx="10545480" cy="658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FF3B3B"/>
                </a:solidFill>
                <a:effectLst/>
                <a:uFillTx/>
                <a:latin typeface="Calibri"/>
                <a:ea typeface="Calibri"/>
              </a:rPr>
              <a:t>À retenir  </a:t>
            </a:r>
            <a:r>
              <a:rPr lang="en-US" sz="1500" b="0" u="none" strike="noStrike">
                <a:solidFill>
                  <a:srgbClr val="EEF1F6"/>
                </a:solidFill>
                <a:effectLst/>
                <a:uFillTx/>
                <a:latin typeface="Calibri"/>
                <a:ea typeface="Calibri"/>
              </a:rPr>
              <a:t>Angular : Signal Forms intégrés, le formulaire dérive d'un signal, typé de bout en bout. React : une lib à choisir (ici react-hook-form + Zod), rapide pour les cas simples.</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093" name="Text 0"/>
          <p:cNvSpPr/>
          <p:nvPr/>
        </p:nvSpPr>
        <p:spPr>
          <a:xfrm>
            <a:off x="548640" y="1280160"/>
            <a:ext cx="2742840" cy="1462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0" b="1" u="none" strike="noStrike">
                <a:solidFill>
                  <a:srgbClr val="FF3B3B"/>
                </a:solidFill>
                <a:effectLst/>
                <a:uFillTx/>
                <a:latin typeface="Calibri"/>
                <a:ea typeface="Calibri"/>
              </a:rPr>
              <a:t>03</a:t>
            </a:r>
            <a:endParaRPr lang="en-US" sz="11000" b="0" u="none" strike="noStrike">
              <a:solidFill>
                <a:srgbClr val="FFFFFF"/>
              </a:solidFill>
              <a:effectLst/>
              <a:uFillTx/>
              <a:latin typeface="Arial"/>
            </a:endParaRPr>
          </a:p>
        </p:txBody>
      </p:sp>
      <p:sp>
        <p:nvSpPr>
          <p:cNvPr id="1094" name="Text 1"/>
          <p:cNvSpPr/>
          <p:nvPr/>
        </p:nvSpPr>
        <p:spPr>
          <a:xfrm>
            <a:off x="548640" y="2788920"/>
            <a:ext cx="6400440" cy="822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4400" b="1" u="none" strike="noStrike">
                <a:solidFill>
                  <a:srgbClr val="EEF1F6"/>
                </a:solidFill>
                <a:effectLst/>
                <a:uFillTx/>
                <a:latin typeface="Calibri"/>
                <a:ea typeface="Calibri"/>
              </a:rPr>
              <a:t>Données serveur</a:t>
            </a:r>
            <a:endParaRPr lang="en-US" sz="4400" b="0" u="none" strike="noStrike">
              <a:solidFill>
                <a:srgbClr val="FFFFFF"/>
              </a:solidFill>
              <a:effectLst/>
              <a:uFillTx/>
              <a:latin typeface="Arial"/>
            </a:endParaRPr>
          </a:p>
        </p:txBody>
      </p:sp>
      <p:sp>
        <p:nvSpPr>
          <p:cNvPr id="1095" name="Text 2"/>
          <p:cNvSpPr/>
          <p:nvPr/>
        </p:nvSpPr>
        <p:spPr>
          <a:xfrm>
            <a:off x="548640" y="3703320"/>
            <a:ext cx="640044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8F9AB0"/>
                </a:solidFill>
                <a:effectLst/>
                <a:uFillTx/>
                <a:latin typeface="Noto Sans Mono"/>
                <a:ea typeface="Noto Sans Mono"/>
              </a:rPr>
              <a:t>Page : TodoList</a:t>
            </a:r>
            <a:endParaRPr lang="en-US" sz="1400" b="0" u="none" strike="noStrike">
              <a:solidFill>
                <a:srgbClr val="FFFFFF"/>
              </a:solidFill>
              <a:effectLst/>
              <a:uFillTx/>
              <a:latin typeface="Arial"/>
            </a:endParaRPr>
          </a:p>
        </p:txBody>
      </p:sp>
      <p:sp>
        <p:nvSpPr>
          <p:cNvPr id="1126" name="Shape 3"/>
          <p:cNvSpPr/>
          <p:nvPr/>
        </p:nvSpPr>
        <p:spPr>
          <a:xfrm>
            <a:off x="6766560" y="178308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7" name="Text 4"/>
          <p:cNvSpPr/>
          <p:nvPr/>
        </p:nvSpPr>
        <p:spPr>
          <a:xfrm>
            <a:off x="6995160" y="178308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1</a:t>
            </a:r>
            <a:endParaRPr lang="en-US" sz="1600" b="0" u="none" strike="noStrike">
              <a:solidFill>
                <a:srgbClr val="FFFFFF"/>
              </a:solidFill>
              <a:effectLst/>
              <a:uFillTx/>
              <a:latin typeface="Arial"/>
            </a:endParaRPr>
          </a:p>
        </p:txBody>
      </p:sp>
      <p:sp>
        <p:nvSpPr>
          <p:cNvPr id="1128" name="Text 5"/>
          <p:cNvSpPr/>
          <p:nvPr/>
        </p:nvSpPr>
        <p:spPr>
          <a:xfrm>
            <a:off x="7406640" y="178308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Données : service HttpClient vs hook SWR</a:t>
            </a:r>
            <a:endParaRPr lang="en-US" sz="1700" b="0" u="none" strike="noStrike">
              <a:solidFill>
                <a:srgbClr val="FFFFFF"/>
              </a:solidFill>
              <a:effectLst/>
              <a:uFillTx/>
              <a:latin typeface="Arial"/>
            </a:endParaRPr>
          </a:p>
        </p:txBody>
      </p:sp>
      <p:sp>
        <p:nvSpPr>
          <p:cNvPr id="1129" name="Shape 3"/>
          <p:cNvSpPr/>
          <p:nvPr/>
        </p:nvSpPr>
        <p:spPr>
          <a:xfrm>
            <a:off x="6766560" y="2651760"/>
            <a:ext cx="4873320" cy="685800"/>
          </a:xfrm>
          <a:prstGeom prst="roundRect">
            <a:avLst>
              <a:gd name="adj" fmla="val 13333"/>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0" name="Text 4"/>
          <p:cNvSpPr/>
          <p:nvPr/>
        </p:nvSpPr>
        <p:spPr>
          <a:xfrm>
            <a:off x="6995160" y="2651760"/>
            <a:ext cx="36540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FF3B3B"/>
                </a:solidFill>
                <a:effectLst/>
                <a:uFillTx/>
                <a:latin typeface="Noto Sans Mono"/>
                <a:ea typeface="Noto Sans Mono"/>
              </a:rPr>
              <a:t>2</a:t>
            </a:r>
            <a:endParaRPr lang="en-US" sz="1600" b="0" u="none" strike="noStrike">
              <a:solidFill>
                <a:srgbClr val="FFFFFF"/>
              </a:solidFill>
              <a:effectLst/>
              <a:uFillTx/>
              <a:latin typeface="Arial"/>
            </a:endParaRPr>
          </a:p>
        </p:txBody>
      </p:sp>
      <p:sp>
        <p:nvSpPr>
          <p:cNvPr id="1131" name="Text 5"/>
          <p:cNvSpPr/>
          <p:nvPr/>
        </p:nvSpPr>
        <p:spPr>
          <a:xfrm>
            <a:off x="7406640" y="2651760"/>
            <a:ext cx="4068720" cy="6858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700" b="0" u="none" strike="noStrike">
                <a:solidFill>
                  <a:srgbClr val="EEF1F6"/>
                </a:solidFill>
                <a:effectLst/>
                <a:uFillTx/>
                <a:latin typeface="Calibri"/>
                <a:ea typeface="Calibri"/>
              </a:rPr>
              <a:t>Mutation optimiste : rollback manuel vs auto</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Données : service HttpClient vs hook SWR</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TODOLIST</a:t>
            </a:r>
            <a:endParaRPr lang="fr-FR" sz="1200" dirty="0"/>
          </a:p>
        </p:txBody>
      </p:sp>
      <p:sp>
        <p:nvSpPr>
          <p:cNvPr id="4" name="Shape 4"/>
          <p:cNvSpPr/>
          <p:nvPr/>
        </p:nvSpPr>
        <p:spPr>
          <a:xfrm>
            <a:off x="548640" y="1051560"/>
            <a:ext cx="5432908" cy="4663440"/>
          </a:xfrm>
          <a:prstGeom prst="roundRect">
            <a:avLst>
              <a:gd name="adj" fmla="val 1961"/>
            </a:avLst>
          </a:prstGeom>
          <a:solidFill>
            <a:srgbClr val="111829"/>
          </a:solidFill>
          <a:ln w="12700">
            <a:solidFill>
              <a:srgbClr val="1F2A44"/>
            </a:solidFill>
            <a:prstDash val="solid"/>
          </a:ln>
        </p:spPr>
      </p:sp>
      <p:pic>
        <p:nvPicPr>
          <p:cNvPr id="5" name="Image 5" descr="Angular"/>
          <p:cNvPicPr>
            <a:picLocks noChangeAspect="1"/>
          </p:cNvPicPr>
          <p:nvPr/>
        </p:nvPicPr>
        <p:blipFill>
          <a:blip r:embed="rId2"/>
          <a:stretch>
            <a:fillRect/>
          </a:stretch>
        </p:blipFill>
        <p:spPr>
          <a:xfrm>
            <a:off x="777240" y="1234440"/>
            <a:ext cx="292608" cy="292608"/>
          </a:xfrm>
          <a:prstGeom prst="rect">
            <a:avLst/>
          </a:prstGeom>
        </p:spPr>
      </p:pic>
      <p:sp>
        <p:nvSpPr>
          <p:cNvPr id="6" name="Text 6"/>
          <p:cNvSpPr txBox="1"/>
          <p:nvPr/>
        </p:nvSpPr>
        <p:spPr>
          <a:xfrm>
            <a:off x="1188720"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sp>
        <p:nvSpPr>
          <p:cNvPr id="7" name="Text 7"/>
          <p:cNvSpPr txBox="1"/>
          <p:nvPr/>
        </p:nvSpPr>
        <p:spPr>
          <a:xfrm>
            <a:off x="777240"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core/todo.service.ts (simplifié)</a:t>
            </a:r>
            <a:endParaRPr lang="fr-FR" sz="1000" dirty="0"/>
          </a:p>
        </p:txBody>
      </p:sp>
      <p:sp>
        <p:nvSpPr>
          <p:cNvPr id="8" name="Shape 8"/>
          <p:cNvSpPr/>
          <p:nvPr/>
        </p:nvSpPr>
        <p:spPr>
          <a:xfrm>
            <a:off x="704088" y="1984248"/>
            <a:ext cx="5122012" cy="1389888"/>
          </a:xfrm>
          <a:prstGeom prst="roundRect">
            <a:avLst>
              <a:gd name="adj" fmla="val 2488"/>
            </a:avLst>
          </a:prstGeom>
          <a:solidFill>
            <a:srgbClr val="0D1322"/>
          </a:solidFill>
          <a:ln>
            <a:noFill/>
          </a:ln>
        </p:spPr>
      </p:sp>
      <p:sp>
        <p:nvSpPr>
          <p:cNvPr id="9" name="Text 9"/>
          <p:cNvSpPr txBox="1"/>
          <p:nvPr/>
        </p:nvSpPr>
        <p:spPr>
          <a:xfrm>
            <a:off x="777240" y="2039112"/>
            <a:ext cx="4975708" cy="1280160"/>
          </a:xfrm>
          <a:prstGeom prst="rect">
            <a:avLst/>
          </a:prstGeom>
          <a:noFill/>
          <a:ln>
            <a:noFill/>
          </a:ln>
        </p:spPr>
        <p:txBody>
          <a:bodyPr wrap="none" lIns="0" tIns="0" rIns="0" bIns="0" rtlCol="0" anchor="t">
            <a:noAutofit/>
          </a:bodyPr>
          <a:lstStyle/>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a:t>
            </a:r>
            <a:r>
              <a:rPr lang="fr-FR" sz="1050" dirty="0">
                <a:solidFill>
                  <a:srgbClr val="B392F0"/>
                </a:solidFill>
                <a:latin typeface="Noto Sans Mono" pitchFamily="34" charset="0"/>
                <a:ea typeface="Noto Sans Mono" pitchFamily="34" charset="-122"/>
                <a:cs typeface="Noto Sans Mono" pitchFamily="34" charset="-120"/>
              </a:rPr>
              <a:t>Injectable</a:t>
            </a:r>
            <a:r>
              <a:rPr lang="fr-FR" sz="1050" dirty="0">
                <a:solidFill>
                  <a:srgbClr val="E1E4E8"/>
                </a:solidFill>
                <a:latin typeface="Noto Sans Mono" pitchFamily="34" charset="0"/>
                <a:ea typeface="Noto Sans Mono" pitchFamily="34" charset="-122"/>
                <a:cs typeface="Noto Sans Mono" pitchFamily="34" charset="-120"/>
              </a:rPr>
              <a:t xml:space="preserve">({ providedIn: </a:t>
            </a:r>
            <a:r>
              <a:rPr lang="fr-FR" sz="1050" dirty="0">
                <a:solidFill>
                  <a:srgbClr val="9ECBFF"/>
                </a:solidFill>
                <a:latin typeface="Noto Sans Mono" pitchFamily="34" charset="0"/>
                <a:ea typeface="Noto Sans Mono" pitchFamily="34" charset="-122"/>
                <a:cs typeface="Noto Sans Mono" pitchFamily="34" charset="-120"/>
              </a:rPr>
              <a:t>'root'</a:t>
            </a: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F97583"/>
                </a:solidFill>
                <a:latin typeface="Noto Sans Mono" pitchFamily="34" charset="0"/>
                <a:ea typeface="Noto Sans Mono" pitchFamily="34" charset="-122"/>
                <a:cs typeface="Noto Sans Mono" pitchFamily="34" charset="-120"/>
              </a:rPr>
              <a:t>export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class</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TodoService</a:t>
            </a: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private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readonly</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FAB70"/>
                </a:solidFill>
                <a:latin typeface="Noto Sans Mono" pitchFamily="34" charset="0"/>
                <a:ea typeface="Noto Sans Mono" pitchFamily="34" charset="-122"/>
                <a:cs typeface="Noto Sans Mono" pitchFamily="34" charset="-120"/>
              </a:rPr>
              <a:t>http</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inject</a:t>
            </a:r>
            <a:r>
              <a:rPr lang="fr-FR" sz="1050" dirty="0">
                <a:solidFill>
                  <a:srgbClr val="E1E4E8"/>
                </a:solidFill>
                <a:latin typeface="Noto Sans Mono" pitchFamily="34" charset="0"/>
                <a:ea typeface="Noto Sans Mono" pitchFamily="34" charset="-122"/>
                <a:cs typeface="Noto Sans Mono" pitchFamily="34" charset="-120"/>
              </a:rPr>
              <a:t>(HttpClient);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getTodos</a:t>
            </a:r>
            <a:r>
              <a:rPr lang="fr-FR" sz="1050" dirty="0">
                <a:solidFill>
                  <a:srgbClr val="E1E4E8"/>
                </a:solidFill>
                <a:latin typeface="Noto Sans Mono" pitchFamily="34" charset="0"/>
                <a:ea typeface="Noto Sans Mono" pitchFamily="34" charset="-122"/>
                <a:cs typeface="Noto Sans Mono" pitchFamily="34" charset="-120"/>
              </a:rPr>
              <a:t>()</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Observable</a:t>
            </a:r>
            <a:r>
              <a:rPr lang="fr-FR" sz="1050" dirty="0">
                <a:solidFill>
                  <a:srgbClr val="E1E4E8"/>
                </a:solidFill>
                <a:latin typeface="Noto Sans Mono" pitchFamily="34" charset="0"/>
                <a:ea typeface="Noto Sans Mono" pitchFamily="34" charset="-122"/>
                <a:cs typeface="Noto Sans Mono" pitchFamily="34" charset="-120"/>
              </a:rPr>
              <a:t>&lt;</a:t>
            </a:r>
            <a:r>
              <a:rPr lang="fr-FR" sz="1050" dirty="0">
                <a:solidFill>
                  <a:srgbClr val="B392F0"/>
                </a:solidFill>
                <a:latin typeface="Noto Sans Mono" pitchFamily="34" charset="0"/>
                <a:ea typeface="Noto Sans Mono" pitchFamily="34" charset="-122"/>
                <a:cs typeface="Noto Sans Mono" pitchFamily="34" charset="-120"/>
              </a:rPr>
              <a:t>Todo</a:t>
            </a:r>
            <a:r>
              <a:rPr lang="fr-FR" sz="1050" dirty="0">
                <a:solidFill>
                  <a:srgbClr val="E1E4E8"/>
                </a:solidFill>
                <a:latin typeface="Noto Sans Mono" pitchFamily="34" charset="0"/>
                <a:ea typeface="Noto Sans Mono" pitchFamily="34" charset="-122"/>
                <a:cs typeface="Noto Sans Mono" pitchFamily="34" charset="-120"/>
              </a:rPr>
              <a:t>[]&gt;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return</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this</a:t>
            </a:r>
            <a:r>
              <a:rPr lang="fr-FR" sz="1050" dirty="0">
                <a:solidFill>
                  <a:srgbClr val="E1E4E8"/>
                </a:solidFill>
                <a:latin typeface="Noto Sans Mono" pitchFamily="34" charset="0"/>
                <a:ea typeface="Noto Sans Mono" pitchFamily="34" charset="-122"/>
                <a:cs typeface="Noto Sans Mono" pitchFamily="34" charset="-120"/>
              </a:rPr>
              <a:t>.http.</a:t>
            </a:r>
            <a:r>
              <a:rPr lang="fr-FR" sz="1050" dirty="0">
                <a:solidFill>
                  <a:srgbClr val="B392F0"/>
                </a:solidFill>
                <a:latin typeface="Noto Sans Mono" pitchFamily="34" charset="0"/>
                <a:ea typeface="Noto Sans Mono" pitchFamily="34" charset="-122"/>
                <a:cs typeface="Noto Sans Mono" pitchFamily="34" charset="-120"/>
              </a:rPr>
              <a:t>get</a:t>
            </a:r>
            <a:r>
              <a:rPr lang="fr-FR" sz="1050" dirty="0">
                <a:solidFill>
                  <a:srgbClr val="E1E4E8"/>
                </a:solidFill>
                <a:latin typeface="Noto Sans Mono" pitchFamily="34" charset="0"/>
                <a:ea typeface="Noto Sans Mono" pitchFamily="34" charset="-122"/>
                <a:cs typeface="Noto Sans Mono" pitchFamily="34" charset="-120"/>
              </a:rPr>
              <a:t>&lt;</a:t>
            </a:r>
            <a:r>
              <a:rPr lang="fr-FR" sz="1050" dirty="0">
                <a:solidFill>
                  <a:srgbClr val="B392F0"/>
                </a:solidFill>
                <a:latin typeface="Noto Sans Mono" pitchFamily="34" charset="0"/>
                <a:ea typeface="Noto Sans Mono" pitchFamily="34" charset="-122"/>
                <a:cs typeface="Noto Sans Mono" pitchFamily="34" charset="-120"/>
              </a:rPr>
              <a:t>Todo</a:t>
            </a:r>
            <a:r>
              <a:rPr lang="fr-FR" sz="1050" dirty="0">
                <a:solidFill>
                  <a:srgbClr val="E1E4E8"/>
                </a:solidFill>
                <a:latin typeface="Noto Sans Mono" pitchFamily="34" charset="0"/>
                <a:ea typeface="Noto Sans Mono" pitchFamily="34" charset="-122"/>
                <a:cs typeface="Noto Sans Mono" pitchFamily="34" charset="-120"/>
              </a:rPr>
              <a:t>[]&gt;(</a:t>
            </a:r>
            <a:r>
              <a:rPr lang="fr-FR" sz="1050" dirty="0">
                <a:solidFill>
                  <a:srgbClr val="79B8FF"/>
                </a:solidFill>
                <a:latin typeface="Noto Sans Mono" pitchFamily="34" charset="0"/>
                <a:ea typeface="Noto Sans Mono" pitchFamily="34" charset="-122"/>
                <a:cs typeface="Noto Sans Mono" pitchFamily="34" charset="-120"/>
              </a:rPr>
              <a:t>BASE_URL</a:t>
            </a: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p:txBody>
      </p:sp>
      <p:sp>
        <p:nvSpPr>
          <p:cNvPr id="10" name="Text 10"/>
          <p:cNvSpPr txBox="1"/>
          <p:nvPr/>
        </p:nvSpPr>
        <p:spPr>
          <a:xfrm>
            <a:off x="777240" y="35387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pages/todos/todos.ts (simplifié)</a:t>
            </a:r>
            <a:endParaRPr lang="fr-FR" sz="1000" dirty="0"/>
          </a:p>
        </p:txBody>
      </p:sp>
      <p:sp>
        <p:nvSpPr>
          <p:cNvPr id="11" name="Shape 11"/>
          <p:cNvSpPr/>
          <p:nvPr/>
        </p:nvSpPr>
        <p:spPr>
          <a:xfrm>
            <a:off x="704088" y="3813048"/>
            <a:ext cx="5122012" cy="1709928"/>
          </a:xfrm>
          <a:prstGeom prst="roundRect">
            <a:avLst>
              <a:gd name="adj" fmla="val 2488"/>
            </a:avLst>
          </a:prstGeom>
          <a:solidFill>
            <a:srgbClr val="0D1322"/>
          </a:solidFill>
          <a:ln>
            <a:noFill/>
          </a:ln>
        </p:spPr>
      </p:sp>
      <p:sp>
        <p:nvSpPr>
          <p:cNvPr id="12" name="Text 12"/>
          <p:cNvSpPr txBox="1"/>
          <p:nvPr/>
        </p:nvSpPr>
        <p:spPr>
          <a:xfrm>
            <a:off x="777240" y="3867912"/>
            <a:ext cx="4975708" cy="1600200"/>
          </a:xfrm>
          <a:prstGeom prst="rect">
            <a:avLst/>
          </a:prstGeom>
          <a:noFill/>
          <a:ln>
            <a:noFill/>
          </a:ln>
        </p:spPr>
        <p:txBody>
          <a:bodyPr wrap="none" lIns="0" tIns="0" rIns="0" bIns="0" rtlCol="0" anchor="t">
            <a:noAutofit/>
          </a:bodyPr>
          <a:lstStyle/>
          <a:p>
            <a:pPr marL="0" indent="0">
              <a:lnSpc>
                <a:spcPct val="100000"/>
              </a:lnSpc>
              <a:buNone/>
            </a:pPr>
            <a:r>
              <a:rPr lang="fr-FR" sz="1050" dirty="0">
                <a:solidFill>
                  <a:srgbClr val="F97583"/>
                </a:solidFill>
                <a:latin typeface="Noto Sans Mono" pitchFamily="34" charset="0"/>
                <a:ea typeface="Noto Sans Mono" pitchFamily="34" charset="-122"/>
                <a:cs typeface="Noto Sans Mono" pitchFamily="34" charset="-120"/>
              </a:rPr>
              <a:t>export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class</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TodosPage</a:t>
            </a: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private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readonly</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FAB70"/>
                </a:solidFill>
                <a:latin typeface="Noto Sans Mono" pitchFamily="34" charset="0"/>
                <a:ea typeface="Noto Sans Mono" pitchFamily="34" charset="-122"/>
                <a:cs typeface="Noto Sans Mono" pitchFamily="34" charset="-120"/>
              </a:rPr>
              <a:t>todoService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inject</a:t>
            </a:r>
            <a:r>
              <a:rPr lang="fr-FR" sz="1050" dirty="0">
                <a:solidFill>
                  <a:srgbClr val="E1E4E8"/>
                </a:solidFill>
                <a:latin typeface="Noto Sans Mono" pitchFamily="34" charset="0"/>
                <a:ea typeface="Noto Sans Mono" pitchFamily="34" charset="-122"/>
                <a:cs typeface="Noto Sans Mono" pitchFamily="34" charset="-120"/>
              </a:rPr>
              <a:t>(TodoService);</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Observable → signaux : value(), isLoading(), error()</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Rechargement : reload(), ou à écrire en RxJS</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protected</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readonly</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FAB70"/>
                </a:solidFill>
                <a:latin typeface="Noto Sans Mono" pitchFamily="34" charset="0"/>
                <a:ea typeface="Noto Sans Mono" pitchFamily="34" charset="-122"/>
                <a:cs typeface="Noto Sans Mono" pitchFamily="34" charset="-120"/>
              </a:rPr>
              <a:t>todosResource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rxResource</a:t>
            </a: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stream</a:t>
            </a:r>
            <a:r>
              <a:rPr lang="fr-FR" sz="1050" dirty="0">
                <a:solidFill>
                  <a:srgbClr val="E1E4E8"/>
                </a:solidFill>
                <a:latin typeface="Noto Sans Mono" pitchFamily="34" charset="0"/>
                <a:ea typeface="Noto Sans Mono" pitchFamily="34" charset="-122"/>
                <a:cs typeface="Noto Sans Mono" pitchFamily="34" charset="-120"/>
              </a:rPr>
              <a:t xml:space="preserve">: () </a:t>
            </a:r>
            <a:r>
              <a:rPr lang="fr-FR" sz="1050" dirty="0">
                <a:solidFill>
                  <a:srgbClr val="F97583"/>
                </a:solidFill>
                <a:latin typeface="Noto Sans Mono" pitchFamily="34" charset="0"/>
                <a:ea typeface="Noto Sans Mono" pitchFamily="34" charset="-122"/>
                <a:cs typeface="Noto Sans Mono" pitchFamily="34" charset="-120"/>
              </a:rPr>
              <a:t>=&gt;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this</a:t>
            </a:r>
            <a:r>
              <a:rPr lang="fr-FR" sz="1050" dirty="0">
                <a:solidFill>
                  <a:srgbClr val="E1E4E8"/>
                </a:solidFill>
                <a:latin typeface="Noto Sans Mono" pitchFamily="34" charset="0"/>
                <a:ea typeface="Noto Sans Mono" pitchFamily="34" charset="-122"/>
                <a:cs typeface="Noto Sans Mono" pitchFamily="34" charset="-120"/>
              </a:rPr>
              <a:t>.todoService.</a:t>
            </a:r>
            <a:r>
              <a:rPr lang="fr-FR" sz="1050" dirty="0">
                <a:solidFill>
                  <a:srgbClr val="B392F0"/>
                </a:solidFill>
                <a:latin typeface="Noto Sans Mono" pitchFamily="34" charset="0"/>
                <a:ea typeface="Noto Sans Mono" pitchFamily="34" charset="-122"/>
                <a:cs typeface="Noto Sans Mono" pitchFamily="34" charset="-120"/>
              </a:rPr>
              <a:t>getTodos</a:t>
            </a: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defaultValue: [] </a:t>
            </a:r>
            <a:r>
              <a:rPr lang="fr-FR" sz="1050" dirty="0">
                <a:solidFill>
                  <a:srgbClr val="F97583"/>
                </a:solidFill>
                <a:latin typeface="Noto Sans Mono" pitchFamily="34" charset="0"/>
                <a:ea typeface="Noto Sans Mono" pitchFamily="34" charset="-122"/>
                <a:cs typeface="Noto Sans Mono" pitchFamily="34" charset="-120"/>
              </a:rPr>
              <a:t>as</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Todo</a:t>
            </a: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p:txBody>
      </p:sp>
      <p:sp>
        <p:nvSpPr>
          <p:cNvPr id="13" name="Shape 13"/>
          <p:cNvSpPr/>
          <p:nvPr/>
        </p:nvSpPr>
        <p:spPr>
          <a:xfrm>
            <a:off x="6210148" y="1051560"/>
            <a:ext cx="5432908" cy="4663440"/>
          </a:xfrm>
          <a:prstGeom prst="roundRect">
            <a:avLst>
              <a:gd name="adj" fmla="val 1961"/>
            </a:avLst>
          </a:prstGeom>
          <a:solidFill>
            <a:srgbClr val="111829"/>
          </a:solidFill>
          <a:ln w="12700">
            <a:solidFill>
              <a:srgbClr val="1F2A44"/>
            </a:solidFill>
            <a:prstDash val="solid"/>
          </a:ln>
        </p:spPr>
      </p:sp>
      <p:pic>
        <p:nvPicPr>
          <p:cNvPr id="14" name="Image 14" descr="React"/>
          <p:cNvPicPr>
            <a:picLocks noChangeAspect="1"/>
          </p:cNvPicPr>
          <p:nvPr/>
        </p:nvPicPr>
        <p:blipFill>
          <a:blip r:embed="rId1"/>
          <a:stretch>
            <a:fillRect/>
          </a:stretch>
        </p:blipFill>
        <p:spPr>
          <a:xfrm>
            <a:off x="6438748" y="1234440"/>
            <a:ext cx="292608" cy="292608"/>
          </a:xfrm>
          <a:prstGeom prst="rect">
            <a:avLst/>
          </a:prstGeom>
        </p:spPr>
      </p:pic>
      <p:sp>
        <p:nvSpPr>
          <p:cNvPr id="15" name="Text 15"/>
          <p:cNvSpPr txBox="1"/>
          <p:nvPr/>
        </p:nvSpPr>
        <p:spPr>
          <a:xfrm>
            <a:off x="6850228"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16" name="Text 16"/>
          <p:cNvSpPr txBox="1"/>
          <p:nvPr/>
        </p:nvSpPr>
        <p:spPr>
          <a:xfrm>
            <a:off x="6438748"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api/todos.ts (simplifié)</a:t>
            </a:r>
            <a:endParaRPr lang="fr-FR" sz="1000" dirty="0"/>
          </a:p>
        </p:txBody>
      </p:sp>
      <p:sp>
        <p:nvSpPr>
          <p:cNvPr id="17" name="Shape 17"/>
          <p:cNvSpPr/>
          <p:nvPr/>
        </p:nvSpPr>
        <p:spPr>
          <a:xfrm>
            <a:off x="6365596" y="1984248"/>
            <a:ext cx="5122012" cy="749808"/>
          </a:xfrm>
          <a:prstGeom prst="roundRect">
            <a:avLst>
              <a:gd name="adj" fmla="val 2488"/>
            </a:avLst>
          </a:prstGeom>
          <a:solidFill>
            <a:srgbClr val="0D1322"/>
          </a:solidFill>
          <a:ln>
            <a:noFill/>
          </a:ln>
        </p:spPr>
      </p:sp>
      <p:sp>
        <p:nvSpPr>
          <p:cNvPr id="18" name="Text 18"/>
          <p:cNvSpPr txBox="1"/>
          <p:nvPr/>
        </p:nvSpPr>
        <p:spPr>
          <a:xfrm>
            <a:off x="6438748" y="2039112"/>
            <a:ext cx="4975708" cy="640080"/>
          </a:xfrm>
          <a:prstGeom prst="rect">
            <a:avLst/>
          </a:prstGeom>
          <a:noFill/>
          <a:ln>
            <a:noFill/>
          </a:ln>
        </p:spPr>
        <p:txBody>
          <a:bodyPr wrap="none" lIns="0" tIns="0" rIns="0" bIns="0" rtlCol="0" anchor="t">
            <a:noAutofit/>
          </a:bodyPr>
          <a:lstStyle/>
          <a:p>
            <a:pPr marL="0" indent="0">
              <a:lnSpc>
                <a:spcPct val="100000"/>
              </a:lnSpc>
              <a:buNone/>
            </a:pPr>
            <a:r>
              <a:rPr lang="fr-FR" sz="1050" dirty="0">
                <a:solidFill>
                  <a:srgbClr val="F97583"/>
                </a:solidFill>
                <a:latin typeface="Noto Sans Mono" pitchFamily="34" charset="0"/>
                <a:ea typeface="Noto Sans Mono" pitchFamily="34" charset="-122"/>
                <a:cs typeface="Noto Sans Mono" pitchFamily="34" charset="-120"/>
              </a:rPr>
              <a:t>export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async</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function</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fetchTodos</a:t>
            </a:r>
            <a:r>
              <a:rPr lang="fr-FR" sz="1050" dirty="0">
                <a:solidFill>
                  <a:srgbClr val="E1E4E8"/>
                </a:solidFill>
                <a:latin typeface="Noto Sans Mono" pitchFamily="34" charset="0"/>
                <a:ea typeface="Noto Sans Mono" pitchFamily="34" charset="-122"/>
                <a:cs typeface="Noto Sans Mono" pitchFamily="34" charset="-120"/>
              </a:rPr>
              <a:t>(</a:t>
            </a:r>
            <a:r>
              <a:rPr lang="fr-FR" sz="1050" dirty="0">
                <a:solidFill>
                  <a:srgbClr val="FFAB70"/>
                </a:solidFill>
                <a:latin typeface="Noto Sans Mono" pitchFamily="34" charset="0"/>
                <a:ea typeface="Noto Sans Mono" pitchFamily="34" charset="-122"/>
                <a:cs typeface="Noto Sans Mono" pitchFamily="34" charset="-120"/>
              </a:rPr>
              <a:t>url</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string</a:t>
            </a:r>
            <a:r>
              <a:rPr lang="fr-FR" sz="1050" dirty="0">
                <a:solidFill>
                  <a:srgbClr val="E1E4E8"/>
                </a:solidFill>
                <a:latin typeface="Noto Sans Mono" pitchFamily="34" charset="0"/>
                <a:ea typeface="Noto Sans Mono" pitchFamily="34" charset="-122"/>
                <a:cs typeface="Noto Sans Mono" pitchFamily="34" charset="-120"/>
              </a:rPr>
              <a:t>)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const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response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await</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fetch</a:t>
            </a:r>
            <a:r>
              <a:rPr lang="fr-FR" sz="1050" dirty="0">
                <a:solidFill>
                  <a:srgbClr val="E1E4E8"/>
                </a:solidFill>
                <a:latin typeface="Noto Sans Mono" pitchFamily="34" charset="0"/>
                <a:ea typeface="Noto Sans Mono" pitchFamily="34" charset="-122"/>
                <a:cs typeface="Noto Sans Mono" pitchFamily="34" charset="-120"/>
              </a:rPr>
              <a:t>(url);</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return</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await</a:t>
            </a:r>
            <a:r>
              <a:rPr lang="fr-FR" sz="1050" dirty="0">
                <a:solidFill>
                  <a:srgbClr val="E1E4E8"/>
                </a:solidFill>
                <a:latin typeface="Noto Sans Mono" pitchFamily="34" charset="0"/>
                <a:ea typeface="Noto Sans Mono" pitchFamily="34" charset="-122"/>
                <a:cs typeface="Noto Sans Mono" pitchFamily="34" charset="-120"/>
              </a:rPr>
              <a:t xml:space="preserve"> response.</a:t>
            </a:r>
            <a:r>
              <a:rPr lang="fr-FR" sz="1050" dirty="0">
                <a:solidFill>
                  <a:srgbClr val="B392F0"/>
                </a:solidFill>
                <a:latin typeface="Noto Sans Mono" pitchFamily="34" charset="0"/>
                <a:ea typeface="Noto Sans Mono" pitchFamily="34" charset="-122"/>
                <a:cs typeface="Noto Sans Mono" pitchFamily="34" charset="-120"/>
              </a:rPr>
              <a:t>json</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97583"/>
                </a:solidFill>
                <a:latin typeface="Noto Sans Mono" pitchFamily="34" charset="0"/>
                <a:ea typeface="Noto Sans Mono" pitchFamily="34" charset="-122"/>
                <a:cs typeface="Noto Sans Mono" pitchFamily="34" charset="-120"/>
              </a:rPr>
              <a:t>as</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Todo</a:t>
            </a: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a:t>
            </a:r>
            <a:endParaRPr lang="fr-FR" sz="1050" dirty="0"/>
          </a:p>
        </p:txBody>
      </p:sp>
      <p:sp>
        <p:nvSpPr>
          <p:cNvPr id="19" name="Text 19"/>
          <p:cNvSpPr txBox="1"/>
          <p:nvPr/>
        </p:nvSpPr>
        <p:spPr>
          <a:xfrm>
            <a:off x="6438748" y="289864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hooks/useApiTodos.ts</a:t>
            </a:r>
            <a:endParaRPr lang="fr-FR" sz="1000" dirty="0"/>
          </a:p>
        </p:txBody>
      </p:sp>
      <p:sp>
        <p:nvSpPr>
          <p:cNvPr id="20" name="Shape 20"/>
          <p:cNvSpPr/>
          <p:nvPr/>
        </p:nvSpPr>
        <p:spPr>
          <a:xfrm>
            <a:off x="6365596" y="3172968"/>
            <a:ext cx="5122012" cy="1549908"/>
          </a:xfrm>
          <a:prstGeom prst="roundRect">
            <a:avLst>
              <a:gd name="adj" fmla="val 2488"/>
            </a:avLst>
          </a:prstGeom>
          <a:solidFill>
            <a:srgbClr val="0D1322"/>
          </a:solidFill>
          <a:ln>
            <a:noFill/>
          </a:ln>
        </p:spPr>
      </p:sp>
      <p:sp>
        <p:nvSpPr>
          <p:cNvPr id="21" name="Text 21"/>
          <p:cNvSpPr txBox="1"/>
          <p:nvPr/>
        </p:nvSpPr>
        <p:spPr>
          <a:xfrm>
            <a:off x="6438748" y="3227832"/>
            <a:ext cx="4975708" cy="1440180"/>
          </a:xfrm>
          <a:prstGeom prst="rect">
            <a:avLst/>
          </a:prstGeom>
          <a:noFill/>
          <a:ln>
            <a:noFill/>
          </a:ln>
        </p:spPr>
        <p:txBody>
          <a:bodyPr wrap="none" lIns="0" tIns="0" rIns="0" bIns="0" rtlCol="0" anchor="t">
            <a:noAutofit/>
          </a:bodyPr>
          <a:lstStyle/>
          <a:p>
            <a:pPr marL="0" indent="0">
              <a:lnSpc>
                <a:spcPct val="100000"/>
              </a:lnSpc>
              <a:buNone/>
            </a:pPr>
            <a:r>
              <a:rPr lang="fr-FR" sz="1050" dirty="0">
                <a:solidFill>
                  <a:srgbClr val="6A737D"/>
                </a:solidFill>
                <a:latin typeface="Noto Sans Mono" pitchFamily="34" charset="0"/>
                <a:ea typeface="Noto Sans Mono" pitchFamily="34" charset="-122"/>
                <a:cs typeface="Noto Sans Mono" pitchFamily="34" charset="-120"/>
              </a:rPr>
              <a:t>// Clé du cache (l'URL) + fonction de chargement</a:t>
            </a:r>
            <a:endParaRPr lang="fr-FR" sz="1050" dirty="0"/>
          </a:p>
          <a:p>
            <a:pPr marL="0" indent="0">
              <a:lnSpc>
                <a:spcPct val="100000"/>
              </a:lnSpc>
              <a:buNone/>
            </a:pPr>
            <a:r>
              <a:rPr lang="fr-FR" sz="1050" dirty="0">
                <a:solidFill>
                  <a:srgbClr val="F97583"/>
                </a:solidFill>
                <a:latin typeface="Noto Sans Mono" pitchFamily="34" charset="0"/>
                <a:ea typeface="Noto Sans Mono" pitchFamily="34" charset="-122"/>
                <a:cs typeface="Noto Sans Mono" pitchFamily="34" charset="-120"/>
              </a:rPr>
              <a:t>const</a:t>
            </a:r>
            <a:r>
              <a:rPr lang="fr-FR" sz="1050" dirty="0">
                <a:solidFill>
                  <a:srgbClr val="E1E4E8"/>
                </a:solidFill>
                <a:latin typeface="Noto Sans Mono" pitchFamily="34" charset="0"/>
                <a:ea typeface="Noto Sans Mono" pitchFamily="34" charset="-122"/>
                <a:cs typeface="Noto Sans Mono" pitchFamily="34" charset="-120"/>
              </a:rPr>
              <a:t xml:space="preserve"> { </a:t>
            </a:r>
            <a:r>
              <a:rPr lang="fr-FR" sz="1050" dirty="0">
                <a:solidFill>
                  <a:srgbClr val="FFAB70"/>
                </a:solidFill>
                <a:latin typeface="Noto Sans Mono" pitchFamily="34" charset="0"/>
                <a:ea typeface="Noto Sans Mono" pitchFamily="34" charset="-122"/>
                <a:cs typeface="Noto Sans Mono" pitchFamily="34" charset="-120"/>
              </a:rPr>
              <a:t>data</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todos</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error</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isLoading</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FFAB70"/>
                </a:solidFill>
                <a:latin typeface="Noto Sans Mono" pitchFamily="34" charset="0"/>
                <a:ea typeface="Noto Sans Mono" pitchFamily="34" charset="-122"/>
                <a:cs typeface="Noto Sans Mono" pitchFamily="34" charset="-120"/>
              </a:rPr>
              <a:t>mutate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79B8FF"/>
                </a:solidFill>
                <a:latin typeface="Noto Sans Mono" pitchFamily="34" charset="0"/>
                <a:ea typeface="Noto Sans Mono" pitchFamily="34" charset="-122"/>
                <a:cs typeface="Noto Sans Mono" pitchFamily="34" charset="-120"/>
              </a:rPr>
              <a:t>refresh</a:t>
            </a:r>
            <a:r>
              <a:rPr lang="fr-FR" sz="1050" dirty="0">
                <a:solidFill>
                  <a:srgbClr val="E1E4E8"/>
                </a:solidFill>
                <a:latin typeface="Noto Sans Mono" pitchFamily="34" charset="0"/>
                <a:ea typeface="Noto Sans Mono" pitchFamily="34" charset="-122"/>
                <a:cs typeface="Noto Sans Mono" pitchFamily="34" charset="-120"/>
              </a:rPr>
              <a:t xml:space="preserve"> } </a:t>
            </a:r>
            <a:r>
              <a:rPr lang="fr-FR" sz="1050" dirty="0">
                <a:solidFill>
                  <a:srgbClr val="F97583"/>
                </a:solidFill>
                <a:latin typeface="Noto Sans Mono" pitchFamily="34" charset="0"/>
                <a:ea typeface="Noto Sans Mono" pitchFamily="34" charset="-122"/>
                <a:cs typeface="Noto Sans Mono" pitchFamily="34" charset="-120"/>
              </a:rPr>
              <a: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B392F0"/>
                </a:solidFill>
                <a:latin typeface="Noto Sans Mono" pitchFamily="34" charset="0"/>
                <a:ea typeface="Noto Sans Mono" pitchFamily="34" charset="-122"/>
                <a:cs typeface="Noto Sans Mono" pitchFamily="34" charset="-120"/>
              </a:rPr>
              <a:t>useSWR</a:t>
            </a:r>
            <a:r>
              <a:rPr lang="fr-FR" sz="1050" dirty="0">
                <a:solidFill>
                  <a:srgbClr val="E1E4E8"/>
                </a:solidFill>
                <a:latin typeface="Noto Sans Mono" pitchFamily="34" charset="0"/>
                <a:ea typeface="Noto Sans Mono" pitchFamily="34" charset="-122"/>
                <a:cs typeface="Noto Sans Mono" pitchFamily="34" charset="-120"/>
              </a:rPr>
              <a:t>&lt;</a:t>
            </a:r>
            <a:r>
              <a:rPr lang="fr-FR" sz="1050" dirty="0">
                <a:solidFill>
                  <a:srgbClr val="B392F0"/>
                </a:solidFill>
                <a:latin typeface="Noto Sans Mono" pitchFamily="34" charset="0"/>
                <a:ea typeface="Noto Sans Mono" pitchFamily="34" charset="-122"/>
                <a:cs typeface="Noto Sans Mono" pitchFamily="34" charset="-120"/>
              </a:rPr>
              <a:t>Todo</a:t>
            </a:r>
            <a:r>
              <a:rPr lang="fr-FR" sz="1050" dirty="0">
                <a:solidFill>
                  <a:srgbClr val="E1E4E8"/>
                </a:solidFill>
                <a:latin typeface="Noto Sans Mono" pitchFamily="34" charset="0"/>
                <a:ea typeface="Noto Sans Mono" pitchFamily="34" charset="-122"/>
                <a:cs typeface="Noto Sans Mono" pitchFamily="34" charset="-120"/>
              </a:rPr>
              <a:t>[]&gt;(</a:t>
            </a:r>
            <a:r>
              <a:rPr lang="fr-FR" sz="1050" dirty="0">
                <a:solidFill>
                  <a:srgbClr val="79B8FF"/>
                </a:solidFill>
                <a:latin typeface="Noto Sans Mono" pitchFamily="34" charset="0"/>
                <a:ea typeface="Noto Sans Mono" pitchFamily="34" charset="-122"/>
                <a:cs typeface="Noto Sans Mono" pitchFamily="34" charset="-120"/>
              </a:rPr>
              <a:t>TODOS_KEY</a:t>
            </a:r>
            <a:r>
              <a:rPr lang="fr-FR" sz="1050" dirty="0">
                <a:solidFill>
                  <a:srgbClr val="E1E4E8"/>
                </a:solidFill>
                <a:latin typeface="Noto Sans Mono" pitchFamily="34" charset="0"/>
                <a:ea typeface="Noto Sans Mono" pitchFamily="34" charset="-122"/>
                <a:cs typeface="Noto Sans Mono" pitchFamily="34" charset="-120"/>
              </a:rPr>
              <a:t>, fetchTodos,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Rechargements automatiques de SWR :</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revalidateIfStale: </a:t>
            </a:r>
            <a:r>
              <a:rPr lang="fr-FR" sz="1050" dirty="0">
                <a:solidFill>
                  <a:srgbClr val="79B8FF"/>
                </a:solidFill>
                <a:latin typeface="Noto Sans Mono" pitchFamily="34" charset="0"/>
                <a:ea typeface="Noto Sans Mono" pitchFamily="34" charset="-122"/>
                <a:cs typeface="Noto Sans Mono" pitchFamily="34" charset="-120"/>
              </a:rPr>
              <a:t>false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au montage, si en cache</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revalidateOnFocus: </a:t>
            </a:r>
            <a:r>
              <a:rPr lang="fr-FR" sz="1050" dirty="0">
                <a:solidFill>
                  <a:srgbClr val="79B8FF"/>
                </a:solidFill>
                <a:latin typeface="Noto Sans Mono" pitchFamily="34" charset="0"/>
                <a:ea typeface="Noto Sans Mono" pitchFamily="34" charset="-122"/>
                <a:cs typeface="Noto Sans Mono" pitchFamily="34" charset="-120"/>
              </a:rPr>
              <a:t>true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retour sur l'onglet</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revalidateOnReconnect: </a:t>
            </a:r>
            <a:r>
              <a:rPr lang="fr-FR" sz="1050" dirty="0">
                <a:solidFill>
                  <a:srgbClr val="79B8FF"/>
                </a:solidFill>
                <a:latin typeface="Noto Sans Mono" pitchFamily="34" charset="0"/>
                <a:ea typeface="Noto Sans Mono" pitchFamily="34" charset="-122"/>
                <a:cs typeface="Noto Sans Mono" pitchFamily="34" charset="-120"/>
              </a:rPr>
              <a:t>true</a:t>
            </a: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retour du réseau</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r>
              <a:rPr lang="fr-FR" sz="1050" dirty="0">
                <a:solidFill>
                  <a:srgbClr val="6A737D"/>
                </a:solidFill>
                <a:latin typeface="Noto Sans Mono" pitchFamily="34" charset="0"/>
                <a:ea typeface="Noto Sans Mono" pitchFamily="34" charset="-122"/>
                <a:cs typeface="Noto Sans Mono" pitchFamily="34" charset="-120"/>
              </a:rPr>
              <a:t>// refreshInterval: 5_000    → polling toutes les 5 s</a:t>
            </a:r>
            <a:endParaRPr lang="fr-FR" sz="1050" dirty="0"/>
          </a:p>
          <a:p>
            <a:pPr marL="0" indent="0">
              <a:lnSpc>
                <a:spcPct val="100000"/>
              </a:lnSpc>
              <a:buNone/>
            </a:pPr>
            <a:r>
              <a:rPr lang="fr-FR" sz="1050" dirty="0">
                <a:solidFill>
                  <a:srgbClr val="E1E4E8"/>
                </a:solidFill>
                <a:latin typeface="Noto Sans Mono" pitchFamily="34" charset="0"/>
                <a:ea typeface="Noto Sans Mono" pitchFamily="34" charset="-122"/>
                <a:cs typeface="Noto Sans Mono" pitchFamily="34" charset="-120"/>
              </a:rPr>
              <a:t xml:space="preserve">  });</a:t>
            </a:r>
            <a:endParaRPr lang="fr-FR" sz="1050" dirty="0"/>
          </a:p>
        </p:txBody>
      </p:sp>
      <p:sp>
        <p:nvSpPr>
          <p:cNvPr id="22" name="Shape 22"/>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23" name="Text 23"/>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Angular : un service HttpClient injecté, qui renvoie un Observable ; on recharge avec reload(), le reste s'écrit en RxJS. React : useSWR prend une clé de cache et une fonction de chargement, et fournit cache partagé, polling et rechargement au retour sur l'onglet.</a:t>
            </a:r>
            <a:endParaRPr lang="fr-F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État dérivé et effets : computed vs useMemo</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TODOLIST</a:t>
            </a:r>
            <a:endParaRPr lang="fr-FR" sz="1200" dirty="0"/>
          </a:p>
        </p:txBody>
      </p:sp>
      <p:sp>
        <p:nvSpPr>
          <p:cNvPr id="4" name="Shape 4"/>
          <p:cNvSpPr/>
          <p:nvPr/>
        </p:nvSpPr>
        <p:spPr>
          <a:xfrm>
            <a:off x="548640" y="1051560"/>
            <a:ext cx="5432908" cy="4663440"/>
          </a:xfrm>
          <a:prstGeom prst="roundRect">
            <a:avLst>
              <a:gd name="adj" fmla="val 1961"/>
            </a:avLst>
          </a:prstGeom>
          <a:solidFill>
            <a:srgbClr val="111829"/>
          </a:solidFill>
          <a:ln w="12700">
            <a:solidFill>
              <a:srgbClr val="1F2A44"/>
            </a:solidFill>
            <a:prstDash val="solid"/>
          </a:ln>
        </p:spPr>
      </p:sp>
      <p:pic>
        <p:nvPicPr>
          <p:cNvPr id="5" name="Image 5" descr="Angular"/>
          <p:cNvPicPr>
            <a:picLocks noChangeAspect="1"/>
          </p:cNvPicPr>
          <p:nvPr/>
        </p:nvPicPr>
        <p:blipFill>
          <a:blip r:embed="rId2"/>
          <a:stretch>
            <a:fillRect/>
          </a:stretch>
        </p:blipFill>
        <p:spPr>
          <a:xfrm>
            <a:off x="777240" y="1234440"/>
            <a:ext cx="292608" cy="292608"/>
          </a:xfrm>
          <a:prstGeom prst="rect">
            <a:avLst/>
          </a:prstGeom>
        </p:spPr>
      </p:pic>
      <p:sp>
        <p:nvSpPr>
          <p:cNvPr id="6" name="Text 6"/>
          <p:cNvSpPr txBox="1"/>
          <p:nvPr/>
        </p:nvSpPr>
        <p:spPr>
          <a:xfrm>
            <a:off x="1188720"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sp>
        <p:nvSpPr>
          <p:cNvPr id="7" name="Text 7"/>
          <p:cNvSpPr txBox="1"/>
          <p:nvPr/>
        </p:nvSpPr>
        <p:spPr>
          <a:xfrm>
            <a:off x="777240"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pages/todos/todos.ts</a:t>
            </a:r>
            <a:endParaRPr lang="fr-FR" sz="1000" dirty="0"/>
          </a:p>
        </p:txBody>
      </p:sp>
      <p:sp>
        <p:nvSpPr>
          <p:cNvPr id="8" name="Shape 8"/>
          <p:cNvSpPr/>
          <p:nvPr/>
        </p:nvSpPr>
        <p:spPr>
          <a:xfrm>
            <a:off x="704088" y="1984248"/>
            <a:ext cx="5122012" cy="1786128"/>
          </a:xfrm>
          <a:prstGeom prst="roundRect">
            <a:avLst>
              <a:gd name="adj" fmla="val 2488"/>
            </a:avLst>
          </a:prstGeom>
          <a:solidFill>
            <a:srgbClr val="0D1322"/>
          </a:solidFill>
          <a:ln>
            <a:noFill/>
          </a:ln>
        </p:spPr>
      </p:sp>
      <p:sp>
        <p:nvSpPr>
          <p:cNvPr id="9" name="Text 9"/>
          <p:cNvSpPr txBox="1"/>
          <p:nvPr/>
        </p:nvSpPr>
        <p:spPr>
          <a:xfrm>
            <a:off x="777240" y="2039112"/>
            <a:ext cx="4975708" cy="16764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protected readonly visibleTodos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computed</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todos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this</a:t>
            </a:r>
            <a:r>
              <a:rPr lang="fr-FR" sz="1000" dirty="0">
                <a:solidFill>
                  <a:srgbClr val="E1E4E8"/>
                </a:solidFill>
                <a:latin typeface="Noto Sans Mono" pitchFamily="34" charset="0"/>
                <a:ea typeface="Noto Sans Mono" pitchFamily="34" charset="-122"/>
                <a:cs typeface="Noto Sans Mono" pitchFamily="34" charset="-120"/>
              </a:rPr>
              <a:t>.todosResource.</a:t>
            </a:r>
            <a:r>
              <a:rPr lang="fr-FR" sz="1000" dirty="0">
                <a:solidFill>
                  <a:srgbClr val="B392F0"/>
                </a:solidFill>
                <a:latin typeface="Noto Sans Mono" pitchFamily="34" charset="0"/>
                <a:ea typeface="Noto Sans Mono" pitchFamily="34" charset="-122"/>
                <a:cs typeface="Noto Sans Mono" pitchFamily="34" charset="-120"/>
              </a:rPr>
              <a:t>value</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this</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B392F0"/>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if</a:t>
            </a:r>
            <a:r>
              <a:rPr lang="fr-FR" sz="1000" dirty="0">
                <a:solidFill>
                  <a:srgbClr val="E1E4E8"/>
                </a:solidFill>
                <a:latin typeface="Noto Sans Mono" pitchFamily="34" charset="0"/>
                <a:ea typeface="Noto Sans Mono" pitchFamily="34" charset="-122"/>
                <a:cs typeface="Noto Sans Mono" pitchFamily="34" charset="-120"/>
              </a:rPr>
              <a:t xml:space="preserve"> (filter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'completed'</a:t>
            </a:r>
            <a:r>
              <a:rPr lang="fr-FR" sz="1000" dirty="0">
                <a:solidFill>
                  <a:srgbClr val="E1E4E8"/>
                </a:solidFill>
                <a:latin typeface="Noto Sans Mono" pitchFamily="34" charset="0"/>
                <a:ea typeface="Noto Sans Mono" pitchFamily="34" charset="-122"/>
                <a:cs typeface="Noto Sans Mono" pitchFamily="34" charset="-120"/>
              </a:rPr>
              <a: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todos.</a:t>
            </a:r>
            <a:r>
              <a:rPr lang="fr-FR" sz="1000" dirty="0">
                <a:solidFill>
                  <a:srgbClr val="B392F0"/>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todo</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todo.completed);</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if</a:t>
            </a:r>
            <a:r>
              <a:rPr lang="fr-FR" sz="1000" dirty="0">
                <a:solidFill>
                  <a:srgbClr val="E1E4E8"/>
                </a:solidFill>
                <a:latin typeface="Noto Sans Mono" pitchFamily="34" charset="0"/>
                <a:ea typeface="Noto Sans Mono" pitchFamily="34" charset="-122"/>
                <a:cs typeface="Noto Sans Mono" pitchFamily="34" charset="-120"/>
              </a:rPr>
              <a:t xml:space="preserve"> (filter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'remaining'</a:t>
            </a:r>
            <a:r>
              <a:rPr lang="fr-FR" sz="1000" dirty="0">
                <a:solidFill>
                  <a:srgbClr val="E1E4E8"/>
                </a:solidFill>
                <a:latin typeface="Noto Sans Mono" pitchFamily="34" charset="0"/>
                <a:ea typeface="Noto Sans Mono" pitchFamily="34" charset="-122"/>
                <a:cs typeface="Noto Sans Mono" pitchFamily="34" charset="-120"/>
              </a:rPr>
              <a: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todos.</a:t>
            </a:r>
            <a:r>
              <a:rPr lang="fr-FR" sz="1000" dirty="0">
                <a:solidFill>
                  <a:srgbClr val="B392F0"/>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todo</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todo.completed);</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todos;</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p:txBody>
      </p:sp>
      <p:sp>
        <p:nvSpPr>
          <p:cNvPr id="10" name="Text 10"/>
          <p:cNvSpPr txBox="1"/>
          <p:nvPr/>
        </p:nvSpPr>
        <p:spPr>
          <a:xfrm>
            <a:off x="777240" y="393496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pages/todos/todos.ts (constructeur)</a:t>
            </a:r>
            <a:endParaRPr lang="fr-FR" sz="1000" dirty="0"/>
          </a:p>
        </p:txBody>
      </p:sp>
      <p:sp>
        <p:nvSpPr>
          <p:cNvPr id="11" name="Shape 11"/>
          <p:cNvSpPr/>
          <p:nvPr/>
        </p:nvSpPr>
        <p:spPr>
          <a:xfrm>
            <a:off x="704088" y="4209288"/>
            <a:ext cx="5122012" cy="1328928"/>
          </a:xfrm>
          <a:prstGeom prst="roundRect">
            <a:avLst>
              <a:gd name="adj" fmla="val 2488"/>
            </a:avLst>
          </a:prstGeom>
          <a:solidFill>
            <a:srgbClr val="0D1322"/>
          </a:solidFill>
          <a:ln>
            <a:noFill/>
          </a:ln>
        </p:spPr>
      </p:sp>
      <p:sp>
        <p:nvSpPr>
          <p:cNvPr id="12" name="Text 12"/>
          <p:cNvSpPr txBox="1"/>
          <p:nvPr/>
        </p:nvSpPr>
        <p:spPr>
          <a:xfrm>
            <a:off x="777240" y="4264152"/>
            <a:ext cx="4975708" cy="12192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B392F0"/>
                </a:solidFill>
                <a:latin typeface="Noto Sans Mono" pitchFamily="34" charset="0"/>
                <a:ea typeface="Noto Sans Mono" pitchFamily="34" charset="-122"/>
                <a:cs typeface="Noto Sans Mono" pitchFamily="34" charset="-120"/>
              </a:rPr>
              <a:t>effect</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onCleanup</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previousTitle</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document.title;</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 </a:t>
            </a:r>
            <a:r>
              <a:rPr lang="fr-FR" sz="1000" dirty="0">
                <a:solidFill>
                  <a:srgbClr val="79B8FF"/>
                </a:solidFill>
                <a:latin typeface="Noto Sans Mono" pitchFamily="34" charset="0"/>
                <a:ea typeface="Noto Sans Mono" pitchFamily="34" charset="-122"/>
                <a:cs typeface="Noto Sans Mono" pitchFamily="34" charset="-120"/>
              </a:rPr>
              <a:t>remaining</a:t>
            </a:r>
            <a:r>
              <a:rPr lang="fr-FR" sz="1000" dirty="0">
                <a:solidFill>
                  <a:srgbClr val="E1E4E8"/>
                </a:solidFill>
                <a:latin typeface="Noto Sans Mono" pitchFamily="34" charset="0"/>
                <a:ea typeface="Noto Sans Mono" pitchFamily="34" charset="-122"/>
                <a:cs typeface="Noto Sans Mono" pitchFamily="34" charset="-120"/>
              </a:rPr>
              <a:t xml:space="preserve"> }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this</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B392F0"/>
                </a:solidFill>
                <a:latin typeface="Noto Sans Mono" pitchFamily="34" charset="0"/>
                <a:ea typeface="Noto Sans Mono" pitchFamily="34" charset="-122"/>
                <a:cs typeface="Noto Sans Mono" pitchFamily="34" charset="-120"/>
              </a:rPr>
              <a:t>counts</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document.title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`TodoList · ${</a:t>
            </a:r>
            <a:r>
              <a:rPr lang="fr-FR" sz="1000" dirty="0">
                <a:solidFill>
                  <a:srgbClr val="E1E4E8"/>
                </a:solidFill>
                <a:latin typeface="Noto Sans Mono" pitchFamily="34" charset="0"/>
                <a:ea typeface="Noto Sans Mono" pitchFamily="34" charset="-122"/>
                <a:cs typeface="Noto Sans Mono" pitchFamily="34" charset="-120"/>
              </a:rPr>
              <a:t>remaining</a:t>
            </a:r>
            <a:r>
              <a:rPr lang="fr-FR" sz="1000" dirty="0">
                <a:solidFill>
                  <a:srgbClr val="9ECBFF"/>
                </a:solidFill>
                <a:latin typeface="Noto Sans Mono" pitchFamily="34" charset="0"/>
                <a:ea typeface="Noto Sans Mono" pitchFamily="34" charset="-122"/>
                <a:cs typeface="Noto Sans Mono" pitchFamily="34" charset="-120"/>
              </a:rPr>
              <a:t>} restante(s)`</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onCleanup</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document.title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previousTitle;</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p:txBody>
      </p:sp>
      <p:sp>
        <p:nvSpPr>
          <p:cNvPr id="13" name="Shape 13"/>
          <p:cNvSpPr/>
          <p:nvPr/>
        </p:nvSpPr>
        <p:spPr>
          <a:xfrm>
            <a:off x="6210148" y="1051560"/>
            <a:ext cx="5432908" cy="4663440"/>
          </a:xfrm>
          <a:prstGeom prst="roundRect">
            <a:avLst>
              <a:gd name="adj" fmla="val 1961"/>
            </a:avLst>
          </a:prstGeom>
          <a:solidFill>
            <a:srgbClr val="111829"/>
          </a:solidFill>
          <a:ln w="12700">
            <a:solidFill>
              <a:srgbClr val="1F2A44"/>
            </a:solidFill>
            <a:prstDash val="solid"/>
          </a:ln>
        </p:spPr>
      </p:sp>
      <p:pic>
        <p:nvPicPr>
          <p:cNvPr id="14" name="Image 14" descr="React"/>
          <p:cNvPicPr>
            <a:picLocks noChangeAspect="1"/>
          </p:cNvPicPr>
          <p:nvPr/>
        </p:nvPicPr>
        <p:blipFill>
          <a:blip r:embed="rId1"/>
          <a:stretch>
            <a:fillRect/>
          </a:stretch>
        </p:blipFill>
        <p:spPr>
          <a:xfrm>
            <a:off x="6438748" y="1234440"/>
            <a:ext cx="292608" cy="292608"/>
          </a:xfrm>
          <a:prstGeom prst="rect">
            <a:avLst/>
          </a:prstGeom>
        </p:spPr>
      </p:pic>
      <p:sp>
        <p:nvSpPr>
          <p:cNvPr id="15" name="Text 15"/>
          <p:cNvSpPr txBox="1"/>
          <p:nvPr/>
        </p:nvSpPr>
        <p:spPr>
          <a:xfrm>
            <a:off x="6850228"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16" name="Text 16"/>
          <p:cNvSpPr txBox="1"/>
          <p:nvPr/>
        </p:nvSpPr>
        <p:spPr>
          <a:xfrm>
            <a:off x="6438748"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pages/Todos/TodosPage.tsx</a:t>
            </a:r>
            <a:endParaRPr lang="fr-FR" sz="1000" dirty="0"/>
          </a:p>
        </p:txBody>
      </p:sp>
      <p:sp>
        <p:nvSpPr>
          <p:cNvPr id="17" name="Shape 17"/>
          <p:cNvSpPr/>
          <p:nvPr/>
        </p:nvSpPr>
        <p:spPr>
          <a:xfrm>
            <a:off x="6365596" y="1984248"/>
            <a:ext cx="5122012" cy="1633728"/>
          </a:xfrm>
          <a:prstGeom prst="roundRect">
            <a:avLst>
              <a:gd name="adj" fmla="val 2488"/>
            </a:avLst>
          </a:prstGeom>
          <a:solidFill>
            <a:srgbClr val="0D1322"/>
          </a:solidFill>
          <a:ln>
            <a:noFill/>
          </a:ln>
        </p:spPr>
      </p:sp>
      <p:sp>
        <p:nvSpPr>
          <p:cNvPr id="18" name="Text 18"/>
          <p:cNvSpPr txBox="1"/>
          <p:nvPr/>
        </p:nvSpPr>
        <p:spPr>
          <a:xfrm>
            <a:off x="6438748" y="2039112"/>
            <a:ext cx="4975708" cy="15240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visibleTodos</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B392F0"/>
                </a:solidFill>
                <a:latin typeface="Noto Sans Mono" pitchFamily="34" charset="0"/>
                <a:ea typeface="Noto Sans Mono" pitchFamily="34" charset="-122"/>
                <a:cs typeface="Noto Sans Mono" pitchFamily="34" charset="-120"/>
              </a:rPr>
              <a:t>useMemo</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list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todos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if</a:t>
            </a:r>
            <a:r>
              <a:rPr lang="fr-FR" sz="1000" dirty="0">
                <a:solidFill>
                  <a:srgbClr val="E1E4E8"/>
                </a:solidFill>
                <a:latin typeface="Noto Sans Mono" pitchFamily="34" charset="0"/>
                <a:ea typeface="Noto Sans Mono" pitchFamily="34" charset="-122"/>
                <a:cs typeface="Noto Sans Mono" pitchFamily="34" charset="-120"/>
              </a:rPr>
              <a:t xml:space="preserve"> (filter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"completed"</a:t>
            </a:r>
            <a:r>
              <a:rPr lang="fr-FR" sz="1000" dirty="0">
                <a:solidFill>
                  <a:srgbClr val="E1E4E8"/>
                </a:solidFill>
                <a:latin typeface="Noto Sans Mono" pitchFamily="34" charset="0"/>
                <a:ea typeface="Noto Sans Mono" pitchFamily="34" charset="-122"/>
                <a:cs typeface="Noto Sans Mono" pitchFamily="34" charset="-120"/>
              </a:rPr>
              <a: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list.</a:t>
            </a:r>
            <a:r>
              <a:rPr lang="fr-FR" sz="1000" dirty="0">
                <a:solidFill>
                  <a:srgbClr val="B392F0"/>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todo</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todo.completed);</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if</a:t>
            </a:r>
            <a:r>
              <a:rPr lang="fr-FR" sz="1000" dirty="0">
                <a:solidFill>
                  <a:srgbClr val="E1E4E8"/>
                </a:solidFill>
                <a:latin typeface="Noto Sans Mono" pitchFamily="34" charset="0"/>
                <a:ea typeface="Noto Sans Mono" pitchFamily="34" charset="-122"/>
                <a:cs typeface="Noto Sans Mono" pitchFamily="34" charset="-120"/>
              </a:rPr>
              <a:t xml:space="preserve"> (filter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"remaining"</a:t>
            </a:r>
            <a:r>
              <a:rPr lang="fr-FR" sz="1000" dirty="0">
                <a:solidFill>
                  <a:srgbClr val="E1E4E8"/>
                </a:solidFill>
                <a:latin typeface="Noto Sans Mono" pitchFamily="34" charset="0"/>
                <a:ea typeface="Noto Sans Mono" pitchFamily="34" charset="-122"/>
                <a:cs typeface="Noto Sans Mono" pitchFamily="34" charset="-120"/>
              </a:rPr>
              <a:t>)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list.</a:t>
            </a:r>
            <a:r>
              <a:rPr lang="fr-FR" sz="1000" dirty="0">
                <a:solidFill>
                  <a:srgbClr val="B392F0"/>
                </a:solidFill>
                <a:latin typeface="Noto Sans Mono" pitchFamily="34" charset="0"/>
                <a:ea typeface="Noto Sans Mono" pitchFamily="34" charset="-122"/>
                <a:cs typeface="Noto Sans Mono" pitchFamily="34" charset="-120"/>
              </a:rPr>
              <a:t>filter</a:t>
            </a:r>
            <a:r>
              <a:rPr lang="fr-FR" sz="1000" dirty="0">
                <a:solidFill>
                  <a:srgbClr val="E1E4E8"/>
                </a:solidFill>
                <a:latin typeface="Noto Sans Mono" pitchFamily="34" charset="0"/>
                <a:ea typeface="Noto Sans Mono" pitchFamily="34" charset="-122"/>
                <a:cs typeface="Noto Sans Mono" pitchFamily="34" charset="-120"/>
              </a:rPr>
              <a:t>((</a:t>
            </a:r>
            <a:r>
              <a:rPr lang="fr-FR" sz="1000" dirty="0">
                <a:solidFill>
                  <a:srgbClr val="FFAB70"/>
                </a:solidFill>
                <a:latin typeface="Noto Sans Mono" pitchFamily="34" charset="0"/>
                <a:ea typeface="Noto Sans Mono" pitchFamily="34" charset="-122"/>
                <a:cs typeface="Noto Sans Mono" pitchFamily="34" charset="-120"/>
              </a:rPr>
              <a:t>todo</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todo.completed);</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list;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[todos, filter]);</a:t>
            </a:r>
            <a:endParaRPr lang="fr-FR" sz="1000" dirty="0"/>
          </a:p>
        </p:txBody>
      </p:sp>
      <p:sp>
        <p:nvSpPr>
          <p:cNvPr id="19" name="Text 19"/>
          <p:cNvSpPr txBox="1"/>
          <p:nvPr/>
        </p:nvSpPr>
        <p:spPr>
          <a:xfrm>
            <a:off x="6438748" y="378256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pages/Todos/TodosPage.tsx</a:t>
            </a:r>
            <a:endParaRPr lang="fr-FR" sz="1000" dirty="0"/>
          </a:p>
        </p:txBody>
      </p:sp>
      <p:sp>
        <p:nvSpPr>
          <p:cNvPr id="20" name="Shape 20"/>
          <p:cNvSpPr/>
          <p:nvPr/>
        </p:nvSpPr>
        <p:spPr>
          <a:xfrm>
            <a:off x="6365596" y="4056888"/>
            <a:ext cx="5122012" cy="1176528"/>
          </a:xfrm>
          <a:prstGeom prst="roundRect">
            <a:avLst>
              <a:gd name="adj" fmla="val 2488"/>
            </a:avLst>
          </a:prstGeom>
          <a:solidFill>
            <a:srgbClr val="0D1322"/>
          </a:solidFill>
          <a:ln>
            <a:noFill/>
          </a:ln>
        </p:spPr>
      </p:sp>
      <p:sp>
        <p:nvSpPr>
          <p:cNvPr id="21" name="Text 21"/>
          <p:cNvSpPr txBox="1"/>
          <p:nvPr/>
        </p:nvSpPr>
        <p:spPr>
          <a:xfrm>
            <a:off x="6438748" y="4111752"/>
            <a:ext cx="4975708" cy="1066800"/>
          </a:xfrm>
          <a:prstGeom prst="rect">
            <a:avLst/>
          </a:prstGeom>
          <a:noFill/>
          <a:ln>
            <a:noFill/>
          </a:ln>
        </p:spPr>
        <p:txBody>
          <a:bodyPr wrap="none" lIns="0" tIns="0" rIns="0" bIns="0" rtlCol="0" anchor="t">
            <a:noAutofit/>
          </a:bodyPr>
          <a:lstStyle/>
          <a:p>
            <a:pPr marL="0" indent="0">
              <a:lnSpc>
                <a:spcPct val="100000"/>
              </a:lnSpc>
              <a:buNone/>
            </a:pPr>
            <a:r>
              <a:rPr lang="fr-FR" sz="1000" dirty="0">
                <a:solidFill>
                  <a:srgbClr val="B392F0"/>
                </a:solidFill>
                <a:latin typeface="Noto Sans Mono" pitchFamily="34" charset="0"/>
                <a:ea typeface="Noto Sans Mono" pitchFamily="34" charset="-122"/>
                <a:cs typeface="Noto Sans Mono" pitchFamily="34" charset="-120"/>
              </a:rPr>
              <a:t>useEffect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const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79B8FF"/>
                </a:solidFill>
                <a:latin typeface="Noto Sans Mono" pitchFamily="34" charset="0"/>
                <a:ea typeface="Noto Sans Mono" pitchFamily="34" charset="-122"/>
                <a:cs typeface="Noto Sans Mono" pitchFamily="34" charset="-120"/>
              </a:rPr>
              <a:t>previousTitle</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document.title;</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document.title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9ECBFF"/>
                </a:solidFill>
                <a:latin typeface="Noto Sans Mono" pitchFamily="34" charset="0"/>
                <a:ea typeface="Noto Sans Mono" pitchFamily="34" charset="-122"/>
                <a:cs typeface="Noto Sans Mono" pitchFamily="34" charset="-120"/>
              </a:rPr>
              <a:t>`TodoList · ${</a:t>
            </a:r>
            <a:r>
              <a:rPr lang="fr-FR" sz="1000" dirty="0">
                <a:solidFill>
                  <a:srgbClr val="E1E4E8"/>
                </a:solidFill>
                <a:latin typeface="Noto Sans Mono" pitchFamily="34" charset="0"/>
                <a:ea typeface="Noto Sans Mono" pitchFamily="34" charset="-122"/>
                <a:cs typeface="Noto Sans Mono" pitchFamily="34" charset="-120"/>
              </a:rPr>
              <a:t>counts</a:t>
            </a:r>
            <a:r>
              <a:rPr lang="fr-FR" sz="1000" dirty="0">
                <a:solidFill>
                  <a:srgbClr val="9ECBFF"/>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remaining</a:t>
            </a:r>
            <a:r>
              <a:rPr lang="fr-FR" sz="1000" dirty="0">
                <a:solidFill>
                  <a:srgbClr val="9ECBFF"/>
                </a:solidFill>
                <a:latin typeface="Noto Sans Mono" pitchFamily="34" charset="0"/>
                <a:ea typeface="Noto Sans Mono" pitchFamily="34" charset="-122"/>
                <a:cs typeface="Noto Sans Mono" pitchFamily="34" charset="-120"/>
              </a:rPr>
              <a:t>} restante(s)`</a:t>
            </a:r>
            <a:r>
              <a:rPr lang="fr-FR" sz="1000" dirty="0">
                <a:solidFill>
                  <a:srgbClr val="E1E4E8"/>
                </a:solidFill>
                <a:latin typeface="Noto Sans Mono" pitchFamily="34" charset="0"/>
                <a:ea typeface="Noto Sans Mono" pitchFamily="34" charset="-122"/>
                <a:cs typeface="Noto Sans Mono" pitchFamily="34" charset="-120"/>
              </a:rPr>
              <a:t>;</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r>
              <a:rPr lang="fr-FR" sz="1000" dirty="0">
                <a:solidFill>
                  <a:srgbClr val="F97583"/>
                </a:solidFill>
                <a:latin typeface="Noto Sans Mono" pitchFamily="34" charset="0"/>
                <a:ea typeface="Noto Sans Mono" pitchFamily="34" charset="-122"/>
                <a:cs typeface="Noto Sans Mono" pitchFamily="34" charset="-120"/>
              </a:rPr>
              <a:t>return</a:t>
            </a:r>
            <a:r>
              <a:rPr lang="fr-FR" sz="1000" dirty="0">
                <a:solidFill>
                  <a:srgbClr val="E1E4E8"/>
                </a:solidFill>
                <a:latin typeface="Noto Sans Mono" pitchFamily="34" charset="0"/>
                <a:ea typeface="Noto Sans Mono" pitchFamily="34" charset="-122"/>
                <a:cs typeface="Noto Sans Mono" pitchFamily="34" charset="-120"/>
              </a:rPr>
              <a:t xml:space="preserve"> () </a:t>
            </a:r>
            <a:r>
              <a:rPr lang="fr-FR" sz="1000" dirty="0">
                <a:solidFill>
                  <a:srgbClr val="F97583"/>
                </a:solidFill>
                <a:latin typeface="Noto Sans Mono" pitchFamily="34" charset="0"/>
                <a:ea typeface="Noto Sans Mono" pitchFamily="34" charset="-122"/>
                <a:cs typeface="Noto Sans Mono" pitchFamily="34" charset="-120"/>
              </a:rPr>
              <a:t>=&gt;</a:t>
            </a: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document.title </a:t>
            </a:r>
            <a:r>
              <a:rPr lang="fr-FR" sz="1000" dirty="0">
                <a:solidFill>
                  <a:srgbClr val="F97583"/>
                </a:solidFill>
                <a:latin typeface="Noto Sans Mono" pitchFamily="34" charset="0"/>
                <a:ea typeface="Noto Sans Mono" pitchFamily="34" charset="-122"/>
                <a:cs typeface="Noto Sans Mono" pitchFamily="34" charset="-120"/>
              </a:rPr>
              <a:t>=</a:t>
            </a:r>
            <a:r>
              <a:rPr lang="fr-FR" sz="1000" dirty="0">
                <a:solidFill>
                  <a:srgbClr val="E1E4E8"/>
                </a:solidFill>
                <a:latin typeface="Noto Sans Mono" pitchFamily="34" charset="0"/>
                <a:ea typeface="Noto Sans Mono" pitchFamily="34" charset="-122"/>
                <a:cs typeface="Noto Sans Mono" pitchFamily="34" charset="-120"/>
              </a:rPr>
              <a:t xml:space="preserve"> previousTitle;</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xml:space="preserve">  };</a:t>
            </a:r>
            <a:endParaRPr lang="fr-FR" sz="1000" dirty="0"/>
          </a:p>
          <a:p>
            <a:pPr marL="0" indent="0">
              <a:lnSpc>
                <a:spcPct val="100000"/>
              </a:lnSpc>
              <a:buNone/>
            </a:pPr>
            <a:r>
              <a:rPr lang="fr-FR" sz="1000" dirty="0">
                <a:solidFill>
                  <a:srgbClr val="E1E4E8"/>
                </a:solidFill>
                <a:latin typeface="Noto Sans Mono" pitchFamily="34" charset="0"/>
                <a:ea typeface="Noto Sans Mono" pitchFamily="34" charset="-122"/>
                <a:cs typeface="Noto Sans Mono" pitchFamily="34" charset="-120"/>
              </a:rPr>
              <a:t>}, [counts.remaining]);</a:t>
            </a:r>
            <a:endParaRPr lang="fr-FR" sz="1000" dirty="0"/>
          </a:p>
        </p:txBody>
      </p:sp>
      <p:sp>
        <p:nvSpPr>
          <p:cNvPr id="22" name="Shape 22"/>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23" name="Text 23"/>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Même logique. Angular : computed et effect suivent tout seuls les signaux qu'ils lisent. React : useMemo et useEffect demandent un tableau de dépendances écrit à la main : un oubli, et la valeur ou l'effet ne se met plus à jour.</a:t>
            </a:r>
            <a:endParaRPr lang="fr-FR"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Mutation optimiste : rollback manuel vs auto</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TODOLIST</a:t>
            </a:r>
            <a:endParaRPr lang="fr-FR" sz="1200" dirty="0"/>
          </a:p>
        </p:txBody>
      </p:sp>
      <p:sp>
        <p:nvSpPr>
          <p:cNvPr id="4" name="Shape 4"/>
          <p:cNvSpPr/>
          <p:nvPr/>
        </p:nvSpPr>
        <p:spPr>
          <a:xfrm>
            <a:off x="548640" y="1051560"/>
            <a:ext cx="5432908" cy="4663440"/>
          </a:xfrm>
          <a:prstGeom prst="roundRect">
            <a:avLst>
              <a:gd name="adj" fmla="val 1961"/>
            </a:avLst>
          </a:prstGeom>
          <a:solidFill>
            <a:srgbClr val="111829"/>
          </a:solidFill>
          <a:ln w="12700">
            <a:solidFill>
              <a:srgbClr val="1F2A44"/>
            </a:solidFill>
            <a:prstDash val="solid"/>
          </a:ln>
        </p:spPr>
      </p:sp>
      <p:pic>
        <p:nvPicPr>
          <p:cNvPr id="5" name="Image 5" descr="Angular"/>
          <p:cNvPicPr>
            <a:picLocks noChangeAspect="1"/>
          </p:cNvPicPr>
          <p:nvPr/>
        </p:nvPicPr>
        <p:blipFill>
          <a:blip r:embed="rId2"/>
          <a:stretch>
            <a:fillRect/>
          </a:stretch>
        </p:blipFill>
        <p:spPr>
          <a:xfrm>
            <a:off x="777240" y="1234440"/>
            <a:ext cx="292608" cy="292608"/>
          </a:xfrm>
          <a:prstGeom prst="rect">
            <a:avLst/>
          </a:prstGeom>
        </p:spPr>
      </p:pic>
      <p:sp>
        <p:nvSpPr>
          <p:cNvPr id="6" name="Text 6"/>
          <p:cNvSpPr txBox="1"/>
          <p:nvPr/>
        </p:nvSpPr>
        <p:spPr>
          <a:xfrm>
            <a:off x="1188720"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sp>
        <p:nvSpPr>
          <p:cNvPr id="7" name="Text 7"/>
          <p:cNvSpPr txBox="1"/>
          <p:nvPr/>
        </p:nvSpPr>
        <p:spPr>
          <a:xfrm>
            <a:off x="777240"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pages/todos/todos.ts (simplifié)</a:t>
            </a:r>
            <a:endParaRPr lang="fr-FR" sz="1000" dirty="0"/>
          </a:p>
        </p:txBody>
      </p:sp>
      <p:sp>
        <p:nvSpPr>
          <p:cNvPr id="8" name="Shape 8"/>
          <p:cNvSpPr/>
          <p:nvPr/>
        </p:nvSpPr>
        <p:spPr>
          <a:xfrm>
            <a:off x="704088" y="1984248"/>
            <a:ext cx="5122012" cy="3294888"/>
          </a:xfrm>
          <a:prstGeom prst="roundRect">
            <a:avLst>
              <a:gd name="adj" fmla="val 2488"/>
            </a:avLst>
          </a:prstGeom>
          <a:solidFill>
            <a:srgbClr val="0D1322"/>
          </a:solidFill>
          <a:ln>
            <a:noFill/>
          </a:ln>
        </p:spPr>
      </p:sp>
      <p:sp>
        <p:nvSpPr>
          <p:cNvPr id="9" name="Text 9"/>
          <p:cNvSpPr txBox="1"/>
          <p:nvPr/>
        </p:nvSpPr>
        <p:spPr>
          <a:xfrm>
            <a:off x="777240" y="2039112"/>
            <a:ext cx="4975708" cy="318516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private async </a:t>
            </a:r>
            <a:r>
              <a:rPr lang="fr-FR" sz="950" dirty="0">
                <a:solidFill>
                  <a:srgbClr val="B392F0"/>
                </a:solidFill>
                <a:latin typeface="Noto Sans Mono" pitchFamily="34" charset="0"/>
                <a:ea typeface="Noto Sans Mono" pitchFamily="34" charset="-122"/>
                <a:cs typeface="Noto Sans Mono" pitchFamily="34" charset="-120"/>
              </a:rPr>
              <a:t>createTodo</a:t>
            </a:r>
            <a:r>
              <a:rPr lang="fr-FR" sz="950" dirty="0">
                <a:solidFill>
                  <a:srgbClr val="E1E4E8"/>
                </a:solidFill>
                <a:latin typeface="Noto Sans Mono" pitchFamily="34" charset="0"/>
                <a:ea typeface="Noto Sans Mono" pitchFamily="34" charset="-122"/>
                <a:cs typeface="Noto Sans Mono" pitchFamily="34" charset="-120"/>
              </a:rPr>
              <a:t xml:space="preserve">(title: string): </a:t>
            </a:r>
            <a:r>
              <a:rPr lang="fr-FR" sz="950" dirty="0">
                <a:solidFill>
                  <a:srgbClr val="79B8FF"/>
                </a:solidFill>
                <a:latin typeface="Noto Sans Mono" pitchFamily="34" charset="0"/>
                <a:ea typeface="Noto Sans Mono" pitchFamily="34" charset="-122"/>
                <a:cs typeface="Noto Sans Mono" pitchFamily="34" charset="-120"/>
              </a:rPr>
              <a:t>Promise</a:t>
            </a:r>
            <a:r>
              <a:rPr lang="fr-FR" sz="950" dirty="0">
                <a:solidFill>
                  <a:srgbClr val="F97583"/>
                </a:solidFill>
                <a:latin typeface="Noto Sans Mono" pitchFamily="34" charset="0"/>
                <a:ea typeface="Noto Sans Mono" pitchFamily="34" charset="-122"/>
                <a:cs typeface="Noto Sans Mono" pitchFamily="34" charset="-120"/>
              </a:rPr>
              <a:t>&lt;void&gt;</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const snapshot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this</a:t>
            </a:r>
            <a:r>
              <a:rPr lang="fr-FR" sz="950" dirty="0">
                <a:solidFill>
                  <a:srgbClr val="E1E4E8"/>
                </a:solidFill>
                <a:latin typeface="Noto Sans Mono" pitchFamily="34" charset="0"/>
                <a:ea typeface="Noto Sans Mono" pitchFamily="34" charset="-122"/>
                <a:cs typeface="Noto Sans Mono" pitchFamily="34" charset="-120"/>
              </a:rPr>
              <a:t>.todosResource.</a:t>
            </a:r>
            <a:r>
              <a:rPr lang="fr-FR" sz="950" dirty="0">
                <a:solidFill>
                  <a:srgbClr val="B392F0"/>
                </a:solidFill>
                <a:latin typeface="Noto Sans Mono" pitchFamily="34" charset="0"/>
                <a:ea typeface="Noto Sans Mono" pitchFamily="34" charset="-122"/>
                <a:cs typeface="Noto Sans Mono" pitchFamily="34" charset="-120"/>
              </a:rPr>
              <a:t>value</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1. Ligne optimiste, sans id tant que l'API n'a pas répondu</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const optimistic: Todo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 title, completed: </a:t>
            </a:r>
            <a:r>
              <a:rPr lang="fr-FR" sz="950" dirty="0">
                <a:solidFill>
                  <a:srgbClr val="79B8FF"/>
                </a:solidFill>
                <a:latin typeface="Noto Sans Mono" pitchFamily="34" charset="0"/>
                <a:ea typeface="Noto Sans Mono" pitchFamily="34" charset="-122"/>
                <a:cs typeface="Noto Sans Mono" pitchFamily="34" charset="-120"/>
              </a:rPr>
              <a:t>false</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this</a:t>
            </a:r>
            <a:r>
              <a:rPr lang="fr-FR" sz="950" dirty="0">
                <a:solidFill>
                  <a:srgbClr val="E1E4E8"/>
                </a:solidFill>
                <a:latin typeface="Noto Sans Mono" pitchFamily="34" charset="0"/>
                <a:ea typeface="Noto Sans Mono" pitchFamily="34" charset="-122"/>
                <a:cs typeface="Noto Sans Mono" pitchFamily="34" charset="-120"/>
              </a:rPr>
              <a:t>.todosResource.value.</a:t>
            </a:r>
            <a:r>
              <a:rPr lang="fr-FR" sz="950" dirty="0">
                <a:solidFill>
                  <a:srgbClr val="B392F0"/>
                </a:solidFill>
                <a:latin typeface="Noto Sans Mono" pitchFamily="34" charset="0"/>
                <a:ea typeface="Noto Sans Mono" pitchFamily="34" charset="-122"/>
                <a:cs typeface="Noto Sans Mono" pitchFamily="34" charset="-120"/>
              </a:rPr>
              <a:t>update</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FAB70"/>
                </a:solidFill>
                <a:latin typeface="Noto Sans Mono" pitchFamily="34" charset="0"/>
                <a:ea typeface="Noto Sans Mono" pitchFamily="34" charset="-122"/>
                <a:cs typeface="Noto Sans Mono" pitchFamily="34" charset="-120"/>
              </a:rPr>
              <a:t>todos</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[optimistic,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todos],</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try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const created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await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firstValueFrom</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this</a:t>
            </a:r>
            <a:r>
              <a:rPr lang="fr-FR" sz="950" dirty="0">
                <a:solidFill>
                  <a:srgbClr val="E1E4E8"/>
                </a:solidFill>
                <a:latin typeface="Noto Sans Mono" pitchFamily="34" charset="0"/>
                <a:ea typeface="Noto Sans Mono" pitchFamily="34" charset="-122"/>
                <a:cs typeface="Noto Sans Mono" pitchFamily="34" charset="-120"/>
              </a:rPr>
              <a:t>.todoService.</a:t>
            </a:r>
            <a:r>
              <a:rPr lang="fr-FR" sz="950" dirty="0">
                <a:solidFill>
                  <a:srgbClr val="B392F0"/>
                </a:solidFill>
                <a:latin typeface="Noto Sans Mono" pitchFamily="34" charset="0"/>
                <a:ea typeface="Noto Sans Mono" pitchFamily="34" charset="-122"/>
                <a:cs typeface="Noto Sans Mono" pitchFamily="34" charset="-120"/>
              </a:rPr>
              <a:t>createTodo</a:t>
            </a:r>
            <a:r>
              <a:rPr lang="fr-FR" sz="950" dirty="0">
                <a:solidFill>
                  <a:srgbClr val="E1E4E8"/>
                </a:solidFill>
                <a:latin typeface="Noto Sans Mono" pitchFamily="34" charset="0"/>
                <a:ea typeface="Noto Sans Mono" pitchFamily="34" charset="-122"/>
                <a:cs typeface="Noto Sans Mono" pitchFamily="34" charset="-120"/>
              </a:rPr>
              <a:t>(title),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2. Succès : la réponse remplace la ligne optimiste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this.todosResource.value.update((todos) =&gt;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todos.map((item) =&gt; (item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optimistic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created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item)),</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 catch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3. Échec : liste restaurée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this.todosResource.value.set(snapshot);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this.actionError.set(</a:t>
            </a:r>
            <a:r>
              <a:rPr lang="fr-FR" sz="950" dirty="0">
                <a:solidFill>
                  <a:srgbClr val="9ECBFF"/>
                </a:solidFill>
                <a:latin typeface="Noto Sans Mono" pitchFamily="34" charset="0"/>
                <a:ea typeface="Noto Sans Mono" pitchFamily="34" charset="-122"/>
                <a:cs typeface="Noto Sans Mono" pitchFamily="34" charset="-120"/>
              </a:rPr>
              <a:t>"L'ajout a échoué…"</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p:txBody>
      </p:sp>
      <p:sp>
        <p:nvSpPr>
          <p:cNvPr id="10" name="Shape 10"/>
          <p:cNvSpPr/>
          <p:nvPr/>
        </p:nvSpPr>
        <p:spPr>
          <a:xfrm>
            <a:off x="6210148" y="1051560"/>
            <a:ext cx="5432908" cy="4663440"/>
          </a:xfrm>
          <a:prstGeom prst="roundRect">
            <a:avLst>
              <a:gd name="adj" fmla="val 1961"/>
            </a:avLst>
          </a:prstGeom>
          <a:solidFill>
            <a:srgbClr val="111829"/>
          </a:solidFill>
          <a:ln w="12700">
            <a:solidFill>
              <a:srgbClr val="1F2A44"/>
            </a:solidFill>
            <a:prstDash val="solid"/>
          </a:ln>
        </p:spPr>
      </p:sp>
      <p:pic>
        <p:nvPicPr>
          <p:cNvPr id="11" name="Image 11" descr="React"/>
          <p:cNvPicPr>
            <a:picLocks noChangeAspect="1"/>
          </p:cNvPicPr>
          <p:nvPr/>
        </p:nvPicPr>
        <p:blipFill>
          <a:blip r:embed="rId1"/>
          <a:stretch>
            <a:fillRect/>
          </a:stretch>
        </p:blipFill>
        <p:spPr>
          <a:xfrm>
            <a:off x="6438748" y="1234440"/>
            <a:ext cx="292608" cy="292608"/>
          </a:xfrm>
          <a:prstGeom prst="rect">
            <a:avLst/>
          </a:prstGeom>
        </p:spPr>
      </p:pic>
      <p:sp>
        <p:nvSpPr>
          <p:cNvPr id="12" name="Text 12"/>
          <p:cNvSpPr txBox="1"/>
          <p:nvPr/>
        </p:nvSpPr>
        <p:spPr>
          <a:xfrm>
            <a:off x="6850228" y="1216152"/>
            <a:ext cx="2743200" cy="329184"/>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13" name="Text 13"/>
          <p:cNvSpPr txBox="1"/>
          <p:nvPr/>
        </p:nvSpPr>
        <p:spPr>
          <a:xfrm>
            <a:off x="6438748" y="1709928"/>
            <a:ext cx="4975708" cy="274320"/>
          </a:xfrm>
          <a:prstGeom prst="rect">
            <a:avLst/>
          </a:prstGeom>
          <a:noFill/>
          <a:ln>
            <a:noFill/>
          </a:ln>
        </p:spPr>
        <p:txBody>
          <a:bodyPr wrap="square" lIns="0" tIns="0" rIns="0" bIns="0" rtlCol="0" anchor="ctr">
            <a:noAutofit/>
          </a:bodyPr>
          <a:lstStyle/>
          <a:p>
            <a:pPr marL="0" indent="0">
              <a:lnSpc>
                <a:spcPct val="100000"/>
              </a:lnSpc>
              <a:buNone/>
            </a:pPr>
            <a:r>
              <a:rPr lang="fr-FR" sz="1000" dirty="0">
                <a:solidFill>
                  <a:srgbClr val="8F9AB0"/>
                </a:solidFill>
                <a:latin typeface="Noto Sans Mono" pitchFamily="34" charset="0"/>
                <a:ea typeface="Noto Sans Mono" pitchFamily="34" charset="-122"/>
                <a:cs typeface="Noto Sans Mono" pitchFamily="34" charset="-120"/>
              </a:rPr>
              <a:t>hooks/useApiTodos.ts (simplifié)</a:t>
            </a:r>
            <a:endParaRPr lang="fr-FR" sz="1000" dirty="0"/>
          </a:p>
        </p:txBody>
      </p:sp>
      <p:sp>
        <p:nvSpPr>
          <p:cNvPr id="14" name="Shape 14"/>
          <p:cNvSpPr/>
          <p:nvPr/>
        </p:nvSpPr>
        <p:spPr>
          <a:xfrm>
            <a:off x="6365596" y="1984248"/>
            <a:ext cx="5122012" cy="2860548"/>
          </a:xfrm>
          <a:prstGeom prst="roundRect">
            <a:avLst>
              <a:gd name="adj" fmla="val 2488"/>
            </a:avLst>
          </a:prstGeom>
          <a:solidFill>
            <a:srgbClr val="0D1322"/>
          </a:solidFill>
          <a:ln>
            <a:noFill/>
          </a:ln>
        </p:spPr>
      </p:sp>
      <p:sp>
        <p:nvSpPr>
          <p:cNvPr id="15" name="Text 15"/>
          <p:cNvSpPr txBox="1"/>
          <p:nvPr/>
        </p:nvSpPr>
        <p:spPr>
          <a:xfrm>
            <a:off x="6438748" y="2039112"/>
            <a:ext cx="4975708" cy="2750820"/>
          </a:xfrm>
          <a:prstGeom prst="rect">
            <a:avLst/>
          </a:prstGeom>
          <a:noFill/>
          <a:ln>
            <a:noFill/>
          </a:ln>
        </p:spPr>
        <p:txBody>
          <a:bodyPr wrap="none" lIns="0" tIns="0" rIns="0" bIns="0" rtlCol="0" anchor="t">
            <a:noAutofit/>
          </a:bodyPr>
          <a:lstStyle/>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const</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FAB70"/>
                </a:solidFill>
                <a:latin typeface="Noto Sans Mono" pitchFamily="34" charset="0"/>
                <a:ea typeface="Noto Sans Mono" pitchFamily="34" charset="-122"/>
                <a:cs typeface="Noto Sans Mono" pitchFamily="34" charset="-120"/>
              </a:rPr>
              <a:t>trigger</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triggerCreate</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useSWRMutation</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TODOS_KEY</a:t>
            </a: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FAB70"/>
                </a:solidFill>
                <a:latin typeface="Noto Sans Mono" pitchFamily="34" charset="0"/>
                <a:ea typeface="Noto Sans Mono" pitchFamily="34" charset="-122"/>
                <a:cs typeface="Noto Sans Mono" pitchFamily="34" charset="-120"/>
              </a:rPr>
              <a:t>_key</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string</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FAB70"/>
                </a:solidFill>
                <a:latin typeface="Noto Sans Mono" pitchFamily="34" charset="0"/>
                <a:ea typeface="Noto Sans Mono" pitchFamily="34" charset="-122"/>
                <a:cs typeface="Noto Sans Mono" pitchFamily="34" charset="-120"/>
              </a:rPr>
              <a:t>arg</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FAB70"/>
                </a:solidFill>
                <a:latin typeface="Noto Sans Mono" pitchFamily="34" charset="0"/>
                <a:ea typeface="Noto Sans Mono" pitchFamily="34" charset="-122"/>
                <a:cs typeface="Noto Sans Mono" pitchFamily="34" charset="-120"/>
              </a:rPr>
              <a:t>title</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FAB70"/>
                </a:solidFill>
                <a:latin typeface="Noto Sans Mono" pitchFamily="34" charset="0"/>
                <a:ea typeface="Noto Sans Mono" pitchFamily="34" charset="-122"/>
                <a:cs typeface="Noto Sans Mono" pitchFamily="34" charset="-120"/>
              </a:rPr>
              <a:t>arg</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string</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97583"/>
                </a:solidFill>
                <a:latin typeface="Noto Sans Mono" pitchFamily="34" charset="0"/>
                <a:ea typeface="Noto Sans Mono" pitchFamily="34" charset="-122"/>
                <a:cs typeface="Noto Sans Mono" pitchFamily="34" charset="-120"/>
              </a:rPr>
              <a:t>=&gt;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createTodo</a:t>
            </a:r>
            <a:r>
              <a:rPr lang="fr-FR" sz="950" dirty="0">
                <a:solidFill>
                  <a:srgbClr val="E1E4E8"/>
                </a:solidFill>
                <a:latin typeface="Noto Sans Mono" pitchFamily="34" charset="0"/>
                <a:ea typeface="Noto Sans Mono" pitchFamily="34" charset="-122"/>
                <a:cs typeface="Noto Sans Mono" pitchFamily="34" charset="-120"/>
              </a:rPr>
              <a:t>(title),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F97583"/>
                </a:solidFill>
                <a:latin typeface="Noto Sans Mono" pitchFamily="34" charset="0"/>
                <a:ea typeface="Noto Sans Mono" pitchFamily="34" charset="-122"/>
                <a:cs typeface="Noto Sans Mono" pitchFamily="34" charset="-120"/>
              </a:rPr>
              <a:t>function</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create</a:t>
            </a:r>
            <a:r>
              <a:rPr lang="fr-FR" sz="950" dirty="0">
                <a:solidFill>
                  <a:srgbClr val="E1E4E8"/>
                </a:solidFill>
                <a:latin typeface="Noto Sans Mono" pitchFamily="34" charset="0"/>
                <a:ea typeface="Noto Sans Mono" pitchFamily="34" charset="-122"/>
                <a:cs typeface="Noto Sans Mono" pitchFamily="34" charset="-120"/>
              </a:rPr>
              <a:t>(</a:t>
            </a:r>
            <a:r>
              <a:rPr lang="fr-FR" sz="950" dirty="0">
                <a:solidFill>
                  <a:srgbClr val="FFAB70"/>
                </a:solidFill>
                <a:latin typeface="Noto Sans Mono" pitchFamily="34" charset="0"/>
                <a:ea typeface="Noto Sans Mono" pitchFamily="34" charset="-122"/>
                <a:cs typeface="Noto Sans Mono" pitchFamily="34" charset="-120"/>
              </a:rPr>
              <a:t>title</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string</a:t>
            </a:r>
            <a:r>
              <a:rPr lang="fr-FR" sz="950" dirty="0">
                <a:solidFill>
                  <a:srgbClr val="E1E4E8"/>
                </a:solidFill>
                <a:latin typeface="Noto Sans Mono" pitchFamily="34" charset="0"/>
                <a:ea typeface="Noto Sans Mono" pitchFamily="34" charset="-122"/>
                <a:cs typeface="Noto Sans Mono" pitchFamily="34" charset="-120"/>
              </a:rPr>
              <a:t>)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Pas d'id tant que l'API n'a pas répondu</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const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79B8FF"/>
                </a:solidFill>
                <a:latin typeface="Noto Sans Mono" pitchFamily="34" charset="0"/>
                <a:ea typeface="Noto Sans Mono" pitchFamily="34" charset="-122"/>
                <a:cs typeface="Noto Sans Mono" pitchFamily="34" charset="-120"/>
              </a:rPr>
              <a:t>optimistic</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 title, completed: </a:t>
            </a:r>
            <a:r>
              <a:rPr lang="fr-FR" sz="950" dirty="0">
                <a:solidFill>
                  <a:srgbClr val="79B8FF"/>
                </a:solidFill>
                <a:latin typeface="Noto Sans Mono" pitchFamily="34" charset="0"/>
                <a:ea typeface="Noto Sans Mono" pitchFamily="34" charset="-122"/>
                <a:cs typeface="Noto Sans Mono" pitchFamily="34" charset="-120"/>
              </a:rPr>
              <a:t>false</a:t>
            </a: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return</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triggerCreate</a:t>
            </a:r>
            <a:r>
              <a:rPr lang="fr-FR" sz="950" dirty="0">
                <a:solidFill>
                  <a:srgbClr val="E1E4E8"/>
                </a:solidFill>
                <a:latin typeface="Noto Sans Mono" pitchFamily="34" charset="0"/>
                <a:ea typeface="Noto Sans Mono" pitchFamily="34" charset="-122"/>
                <a:cs typeface="Noto Sans Mono" pitchFamily="34" charset="-120"/>
              </a:rPr>
              <a:t>&lt;</a:t>
            </a:r>
            <a:r>
              <a:rPr lang="fr-FR" sz="950" dirty="0">
                <a:solidFill>
                  <a:srgbClr val="B392F0"/>
                </a:solidFill>
                <a:latin typeface="Noto Sans Mono" pitchFamily="34" charset="0"/>
                <a:ea typeface="Noto Sans Mono" pitchFamily="34" charset="-122"/>
                <a:cs typeface="Noto Sans Mono" pitchFamily="34" charset="-120"/>
              </a:rPr>
              <a:t>Todo</a:t>
            </a:r>
            <a:r>
              <a:rPr lang="fr-FR" sz="950" dirty="0">
                <a:solidFill>
                  <a:srgbClr val="E1E4E8"/>
                </a:solidFill>
                <a:latin typeface="Noto Sans Mono" pitchFamily="34" charset="0"/>
                <a:ea typeface="Noto Sans Mono" pitchFamily="34" charset="-122"/>
                <a:cs typeface="Noto Sans Mono" pitchFamily="34" charset="-120"/>
              </a:rPr>
              <a:t>[]&gt;(title,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1. Écrit dans le cache dès le clic</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optimisticData</a:t>
            </a:r>
            <a:r>
              <a:rPr lang="fr-FR" sz="950" dirty="0">
                <a:solidFill>
                  <a:srgbClr val="E1E4E8"/>
                </a:solidFill>
                <a:latin typeface="Noto Sans Mono" pitchFamily="34" charset="0"/>
                <a:ea typeface="Noto Sans Mono" pitchFamily="34" charset="-122"/>
                <a:cs typeface="Noto Sans Mono" pitchFamily="34" charset="-120"/>
              </a:rPr>
              <a:t>: (</a:t>
            </a:r>
            <a:r>
              <a:rPr lang="fr-FR" sz="950" dirty="0">
                <a:solidFill>
                  <a:srgbClr val="FFAB70"/>
                </a:solidFill>
                <a:latin typeface="Noto Sans Mono" pitchFamily="34" charset="0"/>
                <a:ea typeface="Noto Sans Mono" pitchFamily="34" charset="-122"/>
                <a:cs typeface="Noto Sans Mono" pitchFamily="34" charset="-120"/>
              </a:rPr>
              <a:t>current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[optimistic,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current],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2. Succès : la tâche renvoyée par l'API, avec son id</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B392F0"/>
                </a:solidFill>
                <a:latin typeface="Noto Sans Mono" pitchFamily="34" charset="0"/>
                <a:ea typeface="Noto Sans Mono" pitchFamily="34" charset="-122"/>
                <a:cs typeface="Noto Sans Mono" pitchFamily="34" charset="-120"/>
              </a:rPr>
              <a:t>populateCache</a:t>
            </a:r>
            <a:r>
              <a:rPr lang="fr-FR" sz="950" dirty="0">
                <a:solidFill>
                  <a:srgbClr val="E1E4E8"/>
                </a:solidFill>
                <a:latin typeface="Noto Sans Mono" pitchFamily="34" charset="0"/>
                <a:ea typeface="Noto Sans Mono" pitchFamily="34" charset="-122"/>
                <a:cs typeface="Noto Sans Mono" pitchFamily="34" charset="-120"/>
              </a:rPr>
              <a:t>: (</a:t>
            </a:r>
            <a:r>
              <a:rPr lang="fr-FR" sz="950" dirty="0">
                <a:solidFill>
                  <a:srgbClr val="FFAB70"/>
                </a:solidFill>
                <a:latin typeface="Noto Sans Mono" pitchFamily="34" charset="0"/>
                <a:ea typeface="Noto Sans Mono" pitchFamily="34" charset="-122"/>
                <a:cs typeface="Noto Sans Mono" pitchFamily="34" charset="-120"/>
              </a:rPr>
              <a:t>created</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FAB70"/>
                </a:solidFill>
                <a:latin typeface="Noto Sans Mono" pitchFamily="34" charset="0"/>
                <a:ea typeface="Noto Sans Mono" pitchFamily="34" charset="-122"/>
                <a:cs typeface="Noto Sans Mono" pitchFamily="34" charset="-120"/>
              </a:rPr>
              <a:t>current</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 xml:space="preserve"> []) </a:t>
            </a:r>
            <a:r>
              <a:rPr lang="fr-FR" sz="950" dirty="0">
                <a:solidFill>
                  <a:srgbClr val="F97583"/>
                </a:solidFill>
                <a:latin typeface="Noto Sans Mono" pitchFamily="34" charset="0"/>
                <a:ea typeface="Noto Sans Mono" pitchFamily="34" charset="-122"/>
                <a:cs typeface="Noto Sans Mono" pitchFamily="34" charset="-120"/>
              </a:rPr>
              <a:t>=&gt;</a:t>
            </a:r>
            <a:r>
              <a:rPr lang="fr-FR" sz="950" dirty="0">
                <a:solidFill>
                  <a:srgbClr val="E1E4E8"/>
                </a:solidFill>
                <a:latin typeface="Noto Sans Mono" pitchFamily="34" charset="0"/>
                <a:ea typeface="Noto Sans Mono" pitchFamily="34" charset="-122"/>
                <a:cs typeface="Noto Sans Mono" pitchFamily="34" charset="-120"/>
              </a:rPr>
              <a:t xml:space="preserve"> [created, </a:t>
            </a:r>
            <a:r>
              <a:rPr lang="fr-FR" sz="950" dirty="0">
                <a:solidFill>
                  <a:srgbClr val="F97583"/>
                </a:solidFill>
                <a:latin typeface="Noto Sans Mono" pitchFamily="34" charset="0"/>
                <a:ea typeface="Noto Sans Mono" pitchFamily="34" charset="-122"/>
                <a:cs typeface="Noto Sans Mono" pitchFamily="34" charset="-120"/>
              </a:rPr>
              <a:t>...</a:t>
            </a:r>
            <a:r>
              <a:rPr lang="fr-FR" sz="950" dirty="0">
                <a:solidFill>
                  <a:srgbClr val="E1E4E8"/>
                </a:solidFill>
                <a:latin typeface="Noto Sans Mono" pitchFamily="34" charset="0"/>
                <a:ea typeface="Noto Sans Mono" pitchFamily="34" charset="-122"/>
                <a:cs typeface="Noto Sans Mono" pitchFamily="34" charset="-120"/>
              </a:rPr>
              <a:t>current],</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revalidate: </a:t>
            </a:r>
            <a:r>
              <a:rPr lang="fr-FR" sz="950" dirty="0">
                <a:solidFill>
                  <a:srgbClr val="79B8FF"/>
                </a:solidFill>
                <a:latin typeface="Noto Sans Mono" pitchFamily="34" charset="0"/>
                <a:ea typeface="Noto Sans Mono" pitchFamily="34" charset="-122"/>
                <a:cs typeface="Noto Sans Mono" pitchFamily="34" charset="-120"/>
              </a:rPr>
              <a:t>false</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pas de rechargement de la liste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rollbackOnError: </a:t>
            </a:r>
            <a:r>
              <a:rPr lang="fr-FR" sz="950" dirty="0">
                <a:solidFill>
                  <a:srgbClr val="79B8FF"/>
                </a:solidFill>
                <a:latin typeface="Noto Sans Mono" pitchFamily="34" charset="0"/>
                <a:ea typeface="Noto Sans Mono" pitchFamily="34" charset="-122"/>
                <a:cs typeface="Noto Sans Mono" pitchFamily="34" charset="-120"/>
              </a:rPr>
              <a:t>true</a:t>
            </a:r>
            <a:r>
              <a:rPr lang="fr-FR" sz="950" dirty="0">
                <a:solidFill>
                  <a:srgbClr val="E1E4E8"/>
                </a:solidFill>
                <a:latin typeface="Noto Sans Mono" pitchFamily="34" charset="0"/>
                <a:ea typeface="Noto Sans Mono" pitchFamily="34" charset="-122"/>
                <a:cs typeface="Noto Sans Mono" pitchFamily="34" charset="-120"/>
              </a:rPr>
              <a:t xml:space="preserve">, </a:t>
            </a:r>
            <a:r>
              <a:rPr lang="fr-FR" sz="950" dirty="0">
                <a:solidFill>
                  <a:srgbClr val="6A737D"/>
                </a:solidFill>
                <a:latin typeface="Noto Sans Mono" pitchFamily="34" charset="0"/>
                <a:ea typeface="Noto Sans Mono" pitchFamily="34" charset="-122"/>
                <a:cs typeface="Noto Sans Mono" pitchFamily="34" charset="-120"/>
              </a:rPr>
              <a:t>// 3. Échec : liste restaurée</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 xml:space="preserve">  });</a:t>
            </a:r>
            <a:endParaRPr lang="fr-FR" sz="950" dirty="0"/>
          </a:p>
          <a:p>
            <a:pPr marL="0" indent="0">
              <a:lnSpc>
                <a:spcPct val="100000"/>
              </a:lnSpc>
              <a:buNone/>
            </a:pPr>
            <a:r>
              <a:rPr lang="fr-FR" sz="950" dirty="0">
                <a:solidFill>
                  <a:srgbClr val="E1E4E8"/>
                </a:solidFill>
                <a:latin typeface="Noto Sans Mono" pitchFamily="34" charset="0"/>
                <a:ea typeface="Noto Sans Mono" pitchFamily="34" charset="-122"/>
                <a:cs typeface="Noto Sans Mono" pitchFamily="34" charset="-120"/>
              </a:rPr>
              <a:t>}</a:t>
            </a:r>
            <a:endParaRPr lang="fr-FR" sz="950" dirty="0"/>
          </a:p>
        </p:txBody>
      </p:sp>
      <p:sp>
        <p:nvSpPr>
          <p:cNvPr id="16" name="Shape 16"/>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17" name="Text 17"/>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Angular : un snapshot avant l'appel, restauré dans le catch, à écrire soi-même. SWR : optimisticData pendant l'appel, populateCache avec la réponse, et le rollback est automatique en cas d'échec.</a:t>
            </a:r>
            <a:endParaRPr lang="fr-FR" sz="15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206" name="Text 2"/>
          <p:cNvSpPr/>
          <p:nvPr/>
        </p:nvSpPr>
        <p:spPr>
          <a:xfrm>
            <a:off x="548640" y="274320"/>
            <a:ext cx="11094120" cy="5940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3000" b="1" u="none" strike="noStrike">
                <a:solidFill>
                  <a:srgbClr val="FFFFFF"/>
                </a:solidFill>
                <a:effectLst/>
                <a:uFillTx/>
                <a:latin typeface="Calibri"/>
                <a:ea typeface="Calibri"/>
              </a:rPr>
              <a:t>Parent-enfant : input() / output() vs props</a:t>
            </a:r>
            <a:endParaRPr lang="en-US" sz="3000" b="0" u="none" strike="noStrike">
              <a:solidFill>
                <a:srgbClr val="FFFFFF"/>
              </a:solidFill>
              <a:effectLst/>
              <a:uFillTx/>
              <a:latin typeface="Arial"/>
            </a:endParaRPr>
          </a:p>
        </p:txBody>
      </p:sp>
      <p:sp>
        <p:nvSpPr>
          <p:cNvPr id="1207" name="Text 3"/>
          <p:cNvSpPr/>
          <p:nvPr/>
        </p:nvSpPr>
        <p:spPr>
          <a:xfrm>
            <a:off x="8899920" y="274320"/>
            <a:ext cx="2742840" cy="59400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fr-FR" sz="1200" b="0" u="none" spc="201" strike="noStrike">
                <a:solidFill>
                  <a:srgbClr val="FF3B3B"/>
                </a:solidFill>
                <a:effectLst/>
                <a:uFillTx/>
                <a:latin typeface="Noto Sans Mono"/>
                <a:ea typeface="Noto Sans Mono"/>
              </a:rPr>
              <a:t>TODOLIST</a:t>
            </a:r>
            <a:endParaRPr lang="en-US" sz="1200" b="0" u="none" strike="noStrike">
              <a:solidFill>
                <a:srgbClr val="FFFFFF"/>
              </a:solidFill>
              <a:effectLst/>
              <a:uFillTx/>
              <a:latin typeface="Arial"/>
            </a:endParaRPr>
          </a:p>
        </p:txBody>
      </p:sp>
      <p:sp>
        <p:nvSpPr>
          <p:cNvPr id="1208" name="Shape 4"/>
          <p:cNvSpPr/>
          <p:nvPr/>
        </p:nvSpPr>
        <p:spPr>
          <a:xfrm>
            <a:off x="621000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09" name="Image 5" descr="React"/>
          <p:cNvPicPr/>
          <p:nvPr/>
        </p:nvPicPr>
        <p:blipFill>
          <a:blip r:embed="rId1"/>
          <a:stretch/>
        </p:blipFill>
        <p:spPr>
          <a:xfrm>
            <a:off x="6438600" y="1234440"/>
            <a:ext cx="292320" cy="292320"/>
          </a:xfrm>
          <a:prstGeom prst="rect">
            <a:avLst/>
          </a:prstGeom>
          <a:noFill/>
          <a:ln w="0">
            <a:noFill/>
          </a:ln>
        </p:spPr>
      </p:pic>
      <p:sp>
        <p:nvSpPr>
          <p:cNvPr id="1210" name="Text 6"/>
          <p:cNvSpPr/>
          <p:nvPr/>
        </p:nvSpPr>
        <p:spPr>
          <a:xfrm>
            <a:off x="685008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600" b="1" u="none" strike="noStrike">
                <a:solidFill>
                  <a:srgbClr val="61DAFB"/>
                </a:solidFill>
                <a:effectLst/>
                <a:uFillTx/>
                <a:latin typeface="Calibri"/>
                <a:ea typeface="Calibri"/>
              </a:rPr>
              <a:t>React</a:t>
            </a:r>
            <a:endParaRPr lang="en-US" sz="1600" b="0" u="none" strike="noStrike">
              <a:solidFill>
                <a:srgbClr val="FFFFFF"/>
              </a:solidFill>
              <a:effectLst/>
              <a:uFillTx/>
              <a:latin typeface="Arial"/>
            </a:endParaRPr>
          </a:p>
        </p:txBody>
      </p:sp>
      <p:sp>
        <p:nvSpPr>
          <p:cNvPr id="1211" name="Text 7"/>
          <p:cNvSpPr/>
          <p:nvPr/>
        </p:nvSpPr>
        <p:spPr>
          <a:xfrm>
            <a:off x="643860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000" b="0" u="none" strike="noStrike">
                <a:solidFill>
                  <a:srgbClr val="8F9AB0"/>
                </a:solidFill>
                <a:effectLst/>
                <a:uFillTx/>
                <a:latin typeface="Noto Sans Mono"/>
                <a:ea typeface="Noto Sans Mono"/>
              </a:rPr>
              <a:t>pages/Todos/TodoItem.tsx (simplifié)</a:t>
            </a:r>
            <a:endParaRPr lang="en-US" sz="1000" b="0" u="none" strike="noStrike">
              <a:solidFill>
                <a:srgbClr val="FFFFFF"/>
              </a:solidFill>
              <a:effectLst/>
              <a:uFillTx/>
              <a:latin typeface="Arial"/>
            </a:endParaRPr>
          </a:p>
        </p:txBody>
      </p:sp>
      <p:sp>
        <p:nvSpPr>
          <p:cNvPr id="1212" name="Shape 8"/>
          <p:cNvSpPr/>
          <p:nvPr/>
        </p:nvSpPr>
        <p:spPr>
          <a:xfrm>
            <a:off x="6365520" y="1984320"/>
            <a:ext cx="5121720" cy="2189520"/>
          </a:xfrm>
          <a:prstGeom prst="roundRect">
            <a:avLst>
              <a:gd name="adj" fmla="val 2488"/>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3" name="Text 9"/>
          <p:cNvSpPr/>
          <p:nvPr/>
        </p:nvSpPr>
        <p:spPr>
          <a:xfrm>
            <a:off x="6438600" y="2039040"/>
            <a:ext cx="4975200" cy="208008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fr-FR" sz="1050" b="0" u="none" strike="noStrike">
                <a:solidFill>
                  <a:srgbClr val="F97583"/>
                </a:solidFill>
                <a:effectLst/>
                <a:uFillTx/>
                <a:latin typeface="Noto Sans Mono"/>
                <a:ea typeface="Noto Sans Mono"/>
              </a:rPr>
              <a:t>interface</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TodoItemProps</a:t>
            </a: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todo</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onToggle</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todo</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=&gt;</a:t>
            </a:r>
            <a:r>
              <a:rPr lang="fr-FR" sz="1050" b="0" u="none" strike="noStrike">
                <a:solidFill>
                  <a:srgbClr val="E1E4E8"/>
                </a:solidFill>
                <a:effectLst/>
                <a:uFillTx/>
                <a:latin typeface="Noto Sans Mono"/>
                <a:ea typeface="Noto Sans Mono"/>
              </a:rPr>
              <a:t> </a:t>
            </a:r>
            <a:r>
              <a:rPr lang="fr-FR" sz="1050" b="0" u="none" strike="noStrike">
                <a:solidFill>
                  <a:srgbClr val="79B8FF"/>
                </a:solidFill>
                <a:effectLst/>
                <a:uFillTx/>
                <a:latin typeface="Noto Sans Mono"/>
                <a:ea typeface="Noto Sans Mono"/>
              </a:rPr>
              <a:t>void</a:t>
            </a: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F97583"/>
                </a:solidFill>
                <a:effectLst/>
                <a:uFillTx/>
                <a:latin typeface="Noto Sans Mono"/>
                <a:ea typeface="Noto Sans Mono"/>
              </a:rPr>
              <a:t>export</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function</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TodoItem</a:t>
            </a: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onToggle</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TodoItemProps</a:t>
            </a: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return</a:t>
            </a: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&lt;</a:t>
            </a:r>
            <a:r>
              <a:rPr lang="fr-FR" sz="1050" b="0" u="none" strike="noStrike">
                <a:solidFill>
                  <a:srgbClr val="79B8FF"/>
                </a:solidFill>
                <a:effectLst/>
                <a:uFillTx/>
                <a:latin typeface="Noto Sans Mono"/>
                <a:ea typeface="Noto Sans Mono"/>
              </a:rPr>
              <a:t>Checkbox</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checked</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{todo.completed}</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onChange</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=&gt;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onToggle</a:t>
            </a:r>
            <a:r>
              <a:rPr lang="fr-FR" sz="1050" b="0" u="none" strike="noStrike">
                <a:solidFill>
                  <a:srgbClr val="E1E4E8"/>
                </a:solidFill>
                <a:effectLst/>
                <a:uFillTx/>
                <a:latin typeface="Noto Sans Mono"/>
                <a:ea typeface="Noto Sans Mono"/>
              </a:rPr>
              <a:t>(todo)}</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/&gt;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p:txBody>
      </p:sp>
      <p:sp>
        <p:nvSpPr>
          <p:cNvPr id="1214" name="Text 10"/>
          <p:cNvSpPr/>
          <p:nvPr/>
        </p:nvSpPr>
        <p:spPr>
          <a:xfrm>
            <a:off x="6438600" y="433872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000" b="0" u="none" strike="noStrike">
                <a:solidFill>
                  <a:srgbClr val="8F9AB0"/>
                </a:solidFill>
                <a:effectLst/>
                <a:uFillTx/>
                <a:latin typeface="Noto Sans Mono"/>
                <a:ea typeface="Noto Sans Mono"/>
              </a:rPr>
              <a:t>pages/Todos/TodosPage.tsx (parent)</a:t>
            </a:r>
            <a:endParaRPr lang="en-US" sz="1000" b="0" u="none" strike="noStrike">
              <a:solidFill>
                <a:srgbClr val="FFFFFF"/>
              </a:solidFill>
              <a:effectLst/>
              <a:uFillTx/>
              <a:latin typeface="Arial"/>
            </a:endParaRPr>
          </a:p>
        </p:txBody>
      </p:sp>
      <p:sp>
        <p:nvSpPr>
          <p:cNvPr id="1215" name="Shape 11"/>
          <p:cNvSpPr/>
          <p:nvPr/>
        </p:nvSpPr>
        <p:spPr>
          <a:xfrm>
            <a:off x="6365520" y="4613040"/>
            <a:ext cx="5121720" cy="749520"/>
          </a:xfrm>
          <a:prstGeom prst="roundRect">
            <a:avLst>
              <a:gd name="adj" fmla="val 2488"/>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6" name="Text 12"/>
          <p:cNvSpPr/>
          <p:nvPr/>
        </p:nvSpPr>
        <p:spPr>
          <a:xfrm>
            <a:off x="6438600" y="4668120"/>
            <a:ext cx="4975200" cy="63972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fr-FR" sz="1050" b="0" u="none" strike="noStrike">
                <a:solidFill>
                  <a:srgbClr val="E1E4E8"/>
                </a:solidFill>
                <a:effectLst/>
                <a:uFillTx/>
                <a:latin typeface="Noto Sans Mono"/>
                <a:ea typeface="Noto Sans Mono"/>
              </a:rPr>
              <a:t>&lt;</a:t>
            </a:r>
            <a:r>
              <a:rPr lang="fr-FR" sz="1050" b="0" u="none" strike="noStrike">
                <a:solidFill>
                  <a:srgbClr val="79B8FF"/>
                </a:solidFill>
                <a:effectLst/>
                <a:uFillTx/>
                <a:latin typeface="Noto Sans Mono"/>
                <a:ea typeface="Noto Sans Mono"/>
              </a:rPr>
              <a:t>TodoItem</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{todo}</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onToggle</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{handleToggle}</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p:txBody>
      </p:sp>
      <p:sp>
        <p:nvSpPr>
          <p:cNvPr id="1217" name="Shape 13"/>
          <p:cNvSpPr/>
          <p:nvPr/>
        </p:nvSpPr>
        <p:spPr>
          <a:xfrm>
            <a:off x="548640" y="1051560"/>
            <a:ext cx="5432400" cy="4663080"/>
          </a:xfrm>
          <a:prstGeom prst="roundRect">
            <a:avLst>
              <a:gd name="adj" fmla="val 1961"/>
            </a:avLst>
          </a:prstGeom>
          <a:solidFill>
            <a:srgbClr val="111829"/>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18" name="Image 14" descr="Angular"/>
          <p:cNvPicPr/>
          <p:nvPr/>
        </p:nvPicPr>
        <p:blipFill>
          <a:blip r:embed="rId2"/>
          <a:stretch/>
        </p:blipFill>
        <p:spPr>
          <a:xfrm>
            <a:off x="777240" y="1234440"/>
            <a:ext cx="292320" cy="292320"/>
          </a:xfrm>
          <a:prstGeom prst="rect">
            <a:avLst/>
          </a:prstGeom>
          <a:noFill/>
          <a:ln w="0">
            <a:noFill/>
          </a:ln>
        </p:spPr>
      </p:pic>
      <p:sp>
        <p:nvSpPr>
          <p:cNvPr id="1219" name="Text 15"/>
          <p:cNvSpPr/>
          <p:nvPr/>
        </p:nvSpPr>
        <p:spPr>
          <a:xfrm>
            <a:off x="1188720" y="1216080"/>
            <a:ext cx="27428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600" b="1" u="none" strike="noStrike">
                <a:solidFill>
                  <a:srgbClr val="F0355A"/>
                </a:solidFill>
                <a:effectLst/>
                <a:uFillTx/>
                <a:latin typeface="Calibri"/>
                <a:ea typeface="Calibri"/>
              </a:rPr>
              <a:t>Angular</a:t>
            </a:r>
            <a:endParaRPr lang="en-US" sz="1600" b="0" u="none" strike="noStrike">
              <a:solidFill>
                <a:srgbClr val="FFFFFF"/>
              </a:solidFill>
              <a:effectLst/>
              <a:uFillTx/>
              <a:latin typeface="Arial"/>
            </a:endParaRPr>
          </a:p>
        </p:txBody>
      </p:sp>
      <p:sp>
        <p:nvSpPr>
          <p:cNvPr id="1220" name="Text 16"/>
          <p:cNvSpPr/>
          <p:nvPr/>
        </p:nvSpPr>
        <p:spPr>
          <a:xfrm>
            <a:off x="777240" y="171000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000" b="0" u="none" strike="noStrike">
                <a:solidFill>
                  <a:srgbClr val="8F9AB0"/>
                </a:solidFill>
                <a:effectLst/>
                <a:uFillTx/>
                <a:latin typeface="Noto Sans Mono"/>
                <a:ea typeface="Noto Sans Mono"/>
              </a:rPr>
              <a:t>pages/todos/todo-item/todo-item.ts (simplifié)</a:t>
            </a:r>
            <a:endParaRPr lang="en-US" sz="1000" b="0" u="none" strike="noStrike">
              <a:solidFill>
                <a:srgbClr val="FFFFFF"/>
              </a:solidFill>
              <a:effectLst/>
              <a:uFillTx/>
              <a:latin typeface="Arial"/>
            </a:endParaRPr>
          </a:p>
        </p:txBody>
      </p:sp>
      <p:sp>
        <p:nvSpPr>
          <p:cNvPr id="1221" name="Shape 17"/>
          <p:cNvSpPr/>
          <p:nvPr/>
        </p:nvSpPr>
        <p:spPr>
          <a:xfrm>
            <a:off x="704160" y="1984320"/>
            <a:ext cx="5121720" cy="1869480"/>
          </a:xfrm>
          <a:prstGeom prst="roundRect">
            <a:avLst>
              <a:gd name="adj" fmla="val 2488"/>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2" name="Text 18"/>
          <p:cNvSpPr/>
          <p:nvPr/>
        </p:nvSpPr>
        <p:spPr>
          <a:xfrm>
            <a:off x="777240" y="2039040"/>
            <a:ext cx="4975200" cy="176004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fr-FR" sz="1050" b="0" u="none" strike="noStrike">
                <a:solidFill>
                  <a:srgbClr val="E1E4E8"/>
                </a:solidFill>
                <a:effectLst/>
                <a:uFillTx/>
                <a:latin typeface="Noto Sans Mono"/>
                <a:ea typeface="Noto Sans Mono"/>
              </a:rPr>
              <a:t>@</a:t>
            </a:r>
            <a:r>
              <a:rPr lang="fr-FR" sz="1050" b="0" u="none" strike="noStrike">
                <a:solidFill>
                  <a:srgbClr val="B392F0"/>
                </a:solidFill>
                <a:effectLst/>
                <a:uFillTx/>
                <a:latin typeface="Noto Sans Mono"/>
                <a:ea typeface="Noto Sans Mono"/>
              </a:rPr>
              <a:t>Component</a:t>
            </a: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selector: </a:t>
            </a:r>
            <a:r>
              <a:rPr lang="fr-FR" sz="1050" b="0" u="none" strike="noStrike">
                <a:solidFill>
                  <a:srgbClr val="9ECBFF"/>
                </a:solidFill>
                <a:effectLst/>
                <a:uFillTx/>
                <a:latin typeface="Noto Sans Mono"/>
                <a:ea typeface="Noto Sans Mono"/>
              </a:rPr>
              <a:t>'app-todo-item'</a:t>
            </a: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template: </a:t>
            </a:r>
            <a:r>
              <a:rPr lang="fr-FR" sz="1050" b="0" u="none" strike="noStrike">
                <a:solidFill>
                  <a:srgbClr val="9ECBFF"/>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&lt;</a:t>
            </a:r>
            <a:r>
              <a:rPr lang="fr-FR" sz="1050" b="0" u="none" strike="noStrike">
                <a:solidFill>
                  <a:srgbClr val="85E89D"/>
                </a:solidFill>
                <a:effectLst/>
                <a:uFillTx/>
                <a:latin typeface="Noto Sans Mono"/>
                <a:ea typeface="Noto Sans Mono"/>
              </a:rPr>
              <a:t>input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type</a:t>
            </a:r>
            <a:r>
              <a:rPr lang="fr-FR" sz="1050" b="0" u="none" strike="noStrike">
                <a:solidFill>
                  <a:srgbClr val="E1E4E8"/>
                </a:solidFill>
                <a:effectLst/>
                <a:uFillTx/>
                <a:latin typeface="Noto Sans Mono"/>
                <a:ea typeface="Noto Sans Mono"/>
              </a:rPr>
              <a:t>=</a:t>
            </a:r>
            <a:r>
              <a:rPr lang="fr-FR" sz="1050" b="0" u="none" strike="noStrike">
                <a:solidFill>
                  <a:srgbClr val="9ECBFF"/>
                </a:solidFill>
                <a:effectLst/>
                <a:uFillTx/>
                <a:latin typeface="Noto Sans Mono"/>
                <a:ea typeface="Noto Sans Mono"/>
              </a:rPr>
              <a:t>"checkbox"</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[checked]</a:t>
            </a:r>
            <a:r>
              <a:rPr lang="fr-FR" sz="1050" b="0" u="none" strike="noStrike">
                <a:solidFill>
                  <a:srgbClr val="E1E4E8"/>
                </a:solidFill>
                <a:effectLst/>
                <a:uFillTx/>
                <a:latin typeface="Noto Sans Mono"/>
                <a:ea typeface="Noto Sans Mono"/>
              </a:rPr>
              <a:t>=</a:t>
            </a:r>
            <a:r>
              <a:rPr lang="fr-FR" sz="1050" b="0" u="none" strike="noStrike">
                <a:solidFill>
                  <a:srgbClr val="9ECBFF"/>
                </a:solidFill>
                <a:effectLst/>
                <a:uFillTx/>
                <a:latin typeface="Noto Sans Mono"/>
                <a:ea typeface="Noto Sans Mono"/>
              </a:rPr>
              <a:t>"todo().completed"</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(change)</a:t>
            </a:r>
            <a:r>
              <a:rPr lang="fr-FR" sz="1050" b="0" u="none" strike="noStrike">
                <a:solidFill>
                  <a:srgbClr val="E1E4E8"/>
                </a:solidFill>
                <a:effectLst/>
                <a:uFillTx/>
                <a:latin typeface="Noto Sans Mono"/>
                <a:ea typeface="Noto Sans Mono"/>
              </a:rPr>
              <a:t>=</a:t>
            </a:r>
            <a:r>
              <a:rPr lang="fr-FR" sz="1050" b="0" u="none" strike="noStrike">
                <a:solidFill>
                  <a:srgbClr val="9ECBFF"/>
                </a:solidFill>
                <a:effectLst/>
                <a:uFillTx/>
                <a:latin typeface="Noto Sans Mono"/>
                <a:ea typeface="Noto Sans Mono"/>
              </a:rPr>
              <a:t>"toggled.emit(todo())"</a:t>
            </a:r>
            <a:r>
              <a:rPr lang="fr-FR" sz="1050" b="0" u="none" strike="noStrike">
                <a:solidFill>
                  <a:srgbClr val="E1E4E8"/>
                </a:solidFill>
                <a:effectLst/>
                <a:uFillTx/>
                <a:latin typeface="Noto Sans Mono"/>
                <a:ea typeface="Noto Sans Mono"/>
              </a:rPr>
              <a:t> /&gt;</a:t>
            </a:r>
            <a:r>
              <a:rPr lang="fr-FR" sz="1050" b="0" u="none" strike="noStrike">
                <a:solidFill>
                  <a:srgbClr val="9ECBFF"/>
                </a:solidFill>
                <a:effectLst/>
                <a:uFillTx/>
                <a:latin typeface="Noto Sans Mono"/>
                <a:ea typeface="Noto Sans Mono"/>
              </a:rPr>
              <a:t>`</a:t>
            </a: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F97583"/>
                </a:solidFill>
                <a:effectLst/>
                <a:uFillTx/>
                <a:latin typeface="Noto Sans Mono"/>
                <a:ea typeface="Noto Sans Mono"/>
              </a:rPr>
              <a:t>export</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class</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TodoItem</a:t>
            </a:r>
            <a:r>
              <a:rPr lang="fr-FR" sz="1050" b="0" u="none" strike="noStrike">
                <a:solidFill>
                  <a:srgbClr val="E1E4E8"/>
                </a:solidFill>
                <a:effectLst/>
                <a:uFillTx/>
                <a:latin typeface="Noto Sans Mono"/>
                <a:ea typeface="Noto Sans Mono"/>
              </a:rPr>
              <a:t> {</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readonly</a:t>
            </a: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input.</a:t>
            </a:r>
            <a:r>
              <a:rPr lang="fr-FR" sz="1050" b="0" u="none" strike="noStrike">
                <a:solidFill>
                  <a:srgbClr val="B392F0"/>
                </a:solidFill>
                <a:effectLst/>
                <a:uFillTx/>
                <a:latin typeface="Noto Sans Mono"/>
                <a:ea typeface="Noto Sans Mono"/>
              </a:rPr>
              <a:t>required</a:t>
            </a:r>
            <a:r>
              <a:rPr lang="fr-FR" sz="1050" b="0" u="none" strike="noStrike">
                <a:solidFill>
                  <a:srgbClr val="E1E4E8"/>
                </a:solidFill>
                <a:effectLst/>
                <a:uFillTx/>
                <a:latin typeface="Noto Sans Mono"/>
                <a:ea typeface="Noto Sans Mono"/>
              </a:rPr>
              <a:t>&lt;</a:t>
            </a:r>
            <a:r>
              <a:rPr lang="fr-FR" sz="1050" b="0" u="none" strike="noStrike">
                <a:solidFill>
                  <a:srgbClr val="B392F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readonly</a:t>
            </a:r>
            <a:r>
              <a:rPr lang="fr-FR" sz="1050" b="0" u="none" strike="noStrike">
                <a:solidFill>
                  <a:srgbClr val="E1E4E8"/>
                </a:solidFill>
                <a:effectLst/>
                <a:uFillTx/>
                <a:latin typeface="Noto Sans Mono"/>
                <a:ea typeface="Noto Sans Mono"/>
              </a:rPr>
              <a:t> </a:t>
            </a:r>
            <a:r>
              <a:rPr lang="fr-FR" sz="1050" b="0" u="none" strike="noStrike">
                <a:solidFill>
                  <a:srgbClr val="FFAB70"/>
                </a:solidFill>
                <a:effectLst/>
                <a:uFillTx/>
                <a:latin typeface="Noto Sans Mono"/>
                <a:ea typeface="Noto Sans Mono"/>
              </a:rPr>
              <a:t>toggled</a:t>
            </a:r>
            <a:r>
              <a:rPr lang="fr-FR" sz="1050" b="0" u="none" strike="noStrike">
                <a:solidFill>
                  <a:srgbClr val="E1E4E8"/>
                </a:solidFill>
                <a:effectLst/>
                <a:uFillTx/>
                <a:latin typeface="Noto Sans Mono"/>
                <a:ea typeface="Noto Sans Mono"/>
              </a:rPr>
              <a:t> </a:t>
            </a:r>
            <a:r>
              <a:rPr lang="fr-FR" sz="1050" b="0" u="none" strike="noStrike">
                <a:solidFill>
                  <a:srgbClr val="F97583"/>
                </a:solidFill>
                <a:effectLst/>
                <a:uFillTx/>
                <a:latin typeface="Noto Sans Mono"/>
                <a:ea typeface="Noto Sans Mono"/>
              </a:rPr>
              <a:t>=</a:t>
            </a: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output</a:t>
            </a:r>
            <a:r>
              <a:rPr lang="fr-FR" sz="1050" b="0" u="none" strike="noStrike">
                <a:solidFill>
                  <a:srgbClr val="E1E4E8"/>
                </a:solidFill>
                <a:effectLst/>
                <a:uFillTx/>
                <a:latin typeface="Noto Sans Mono"/>
                <a:ea typeface="Noto Sans Mono"/>
              </a:rPr>
              <a:t>&lt;</a:t>
            </a:r>
            <a:r>
              <a:rPr lang="fr-FR" sz="1050" b="0" u="none" strike="noStrike">
                <a:solidFill>
                  <a:srgbClr val="B392F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a:t>
            </a:r>
            <a:endParaRPr lang="en-US" sz="1050" b="0" u="none" strike="noStrike">
              <a:solidFill>
                <a:srgbClr val="FFFFFF"/>
              </a:solidFill>
              <a:effectLst/>
              <a:uFillTx/>
              <a:latin typeface="Arial"/>
            </a:endParaRPr>
          </a:p>
        </p:txBody>
      </p:sp>
      <p:sp>
        <p:nvSpPr>
          <p:cNvPr id="1223" name="Text 19"/>
          <p:cNvSpPr/>
          <p:nvPr/>
        </p:nvSpPr>
        <p:spPr>
          <a:xfrm>
            <a:off x="777240" y="4018680"/>
            <a:ext cx="497520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000" b="0" u="none" strike="noStrike">
                <a:solidFill>
                  <a:srgbClr val="8F9AB0"/>
                </a:solidFill>
                <a:effectLst/>
                <a:uFillTx/>
                <a:latin typeface="Noto Sans Mono"/>
                <a:ea typeface="Noto Sans Mono"/>
              </a:rPr>
              <a:t>pages/todos/todos.html (parent)</a:t>
            </a:r>
            <a:endParaRPr lang="en-US" sz="1000" b="0" u="none" strike="noStrike">
              <a:solidFill>
                <a:srgbClr val="FFFFFF"/>
              </a:solidFill>
              <a:effectLst/>
              <a:uFillTx/>
              <a:latin typeface="Arial"/>
            </a:endParaRPr>
          </a:p>
        </p:txBody>
      </p:sp>
      <p:sp>
        <p:nvSpPr>
          <p:cNvPr id="1224" name="Shape 20"/>
          <p:cNvSpPr/>
          <p:nvPr/>
        </p:nvSpPr>
        <p:spPr>
          <a:xfrm>
            <a:off x="704160" y="4293000"/>
            <a:ext cx="5121720" cy="749520"/>
          </a:xfrm>
          <a:prstGeom prst="roundRect">
            <a:avLst>
              <a:gd name="adj" fmla="val 2488"/>
            </a:avLst>
          </a:prstGeom>
          <a:solidFill>
            <a:srgbClr val="0D13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5" name="Text 21"/>
          <p:cNvSpPr/>
          <p:nvPr/>
        </p:nvSpPr>
        <p:spPr>
          <a:xfrm>
            <a:off x="777240" y="4348080"/>
            <a:ext cx="4975200" cy="639720"/>
          </a:xfrm>
          <a:prstGeom prst="rect">
            <a:avLst/>
          </a:prstGeom>
          <a:noFill/>
          <a:ln w="0">
            <a:noFill/>
          </a:ln>
        </p:spPr>
        <p:style>
          <a:lnRef idx="0"/>
          <a:fillRef idx="0"/>
          <a:effectRef idx="0"/>
          <a:fontRef idx="minor"/>
        </p:style>
        <p:txBody>
          <a:bodyPr wrap="none" lIns="0" tIns="0" rIns="0" bIns="0" anchor="t">
            <a:noAutofit/>
          </a:bodyPr>
          <a:p>
            <a:pPr>
              <a:lnSpc>
                <a:spcPct val="100000"/>
              </a:lnSpc>
              <a:tabLst>
                <a:tab pos="0" algn="l"/>
              </a:tabLst>
            </a:pPr>
            <a:r>
              <a:rPr lang="fr-FR" sz="1050" b="0" u="none" strike="noStrike">
                <a:solidFill>
                  <a:srgbClr val="E1E4E8"/>
                </a:solidFill>
                <a:effectLst/>
                <a:uFillTx/>
                <a:latin typeface="Noto Sans Mono"/>
                <a:ea typeface="Noto Sans Mono"/>
              </a:rPr>
              <a:t>&lt;</a:t>
            </a:r>
            <a:r>
              <a:rPr lang="fr-FR" sz="1050" b="0" u="none" strike="noStrike">
                <a:solidFill>
                  <a:srgbClr val="85E89D"/>
                </a:solidFill>
                <a:effectLst/>
                <a:uFillTx/>
                <a:latin typeface="Noto Sans Mono"/>
                <a:ea typeface="Noto Sans Mono"/>
              </a:rPr>
              <a:t>app-todo-item</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[todo]</a:t>
            </a:r>
            <a:r>
              <a:rPr lang="fr-FR" sz="1050" b="0" u="none" strike="noStrike">
                <a:solidFill>
                  <a:srgbClr val="E1E4E8"/>
                </a:solidFill>
                <a:effectLst/>
                <a:uFillTx/>
                <a:latin typeface="Noto Sans Mono"/>
                <a:ea typeface="Noto Sans Mono"/>
              </a:rPr>
              <a:t>=</a:t>
            </a:r>
            <a:r>
              <a:rPr lang="fr-FR" sz="1050" b="0" u="none" strike="noStrike">
                <a:solidFill>
                  <a:srgbClr val="9ECBFF"/>
                </a:solidFill>
                <a:effectLst/>
                <a:uFillTx/>
                <a:latin typeface="Noto Sans Mono"/>
                <a:ea typeface="Noto Sans Mono"/>
              </a:rPr>
              <a:t>"todo"</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  </a:t>
            </a:r>
            <a:r>
              <a:rPr lang="fr-FR" sz="1050" b="0" u="none" strike="noStrike">
                <a:solidFill>
                  <a:srgbClr val="B392F0"/>
                </a:solidFill>
                <a:effectLst/>
                <a:uFillTx/>
                <a:latin typeface="Noto Sans Mono"/>
                <a:ea typeface="Noto Sans Mono"/>
              </a:rPr>
              <a:t>(toggled)</a:t>
            </a:r>
            <a:r>
              <a:rPr lang="fr-FR" sz="1050" b="0" u="none" strike="noStrike">
                <a:solidFill>
                  <a:srgbClr val="E1E4E8"/>
                </a:solidFill>
                <a:effectLst/>
                <a:uFillTx/>
                <a:latin typeface="Noto Sans Mono"/>
                <a:ea typeface="Noto Sans Mono"/>
              </a:rPr>
              <a:t>=</a:t>
            </a:r>
            <a:r>
              <a:rPr lang="fr-FR" sz="1050" b="0" u="none" strike="noStrike">
                <a:solidFill>
                  <a:srgbClr val="9ECBFF"/>
                </a:solidFill>
                <a:effectLst/>
                <a:uFillTx/>
                <a:latin typeface="Noto Sans Mono"/>
                <a:ea typeface="Noto Sans Mono"/>
              </a:rPr>
              <a:t>"toggleTodo($event)"</a:t>
            </a:r>
            <a:endParaRPr lang="en-US" sz="1050" b="0" u="none" strike="noStrike">
              <a:solidFill>
                <a:srgbClr val="FFFFFF"/>
              </a:solidFill>
              <a:effectLst/>
              <a:uFillTx/>
              <a:latin typeface="Arial"/>
            </a:endParaRPr>
          </a:p>
          <a:p>
            <a:pPr>
              <a:lnSpc>
                <a:spcPct val="100000"/>
              </a:lnSpc>
              <a:tabLst>
                <a:tab pos="0" algn="l"/>
              </a:tabLst>
            </a:pPr>
            <a:r>
              <a:rPr lang="fr-FR" sz="1050" b="0" u="none" strike="noStrike">
                <a:solidFill>
                  <a:srgbClr val="E1E4E8"/>
                </a:solidFill>
                <a:effectLst/>
                <a:uFillTx/>
                <a:latin typeface="Noto Sans Mono"/>
                <a:ea typeface="Noto Sans Mono"/>
              </a:rPr>
              <a:t>/&gt;</a:t>
            </a:r>
            <a:endParaRPr lang="en-US" sz="1050" b="0" u="none" strike="noStrike">
              <a:solidFill>
                <a:srgbClr val="FFFFFF"/>
              </a:solidFill>
              <a:effectLst/>
              <a:uFillTx/>
              <a:latin typeface="Arial"/>
            </a:endParaRPr>
          </a:p>
        </p:txBody>
      </p:sp>
      <p:sp>
        <p:nvSpPr>
          <p:cNvPr id="1226" name="Shape 22"/>
          <p:cNvSpPr/>
          <p:nvPr/>
        </p:nvSpPr>
        <p:spPr>
          <a:xfrm>
            <a:off x="548640" y="5897880"/>
            <a:ext cx="11094120" cy="658080"/>
          </a:xfrm>
          <a:prstGeom prst="roundRect">
            <a:avLst>
              <a:gd name="adj" fmla="val 13889"/>
            </a:avLst>
          </a:prstGeom>
          <a:solidFill>
            <a:srgbClr val="151E35"/>
          </a:solidFill>
          <a:ln w="12700">
            <a:solidFill>
              <a:srgbClr val="1F2A4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7" name="Text 23"/>
          <p:cNvSpPr/>
          <p:nvPr/>
        </p:nvSpPr>
        <p:spPr>
          <a:xfrm>
            <a:off x="822960" y="5897880"/>
            <a:ext cx="10545480" cy="658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fr-FR" sz="1500" b="1" u="none" strike="noStrike">
                <a:solidFill>
                  <a:srgbClr val="FF3B3B"/>
                </a:solidFill>
                <a:effectLst/>
                <a:uFillTx/>
                <a:latin typeface="Calibri"/>
                <a:ea typeface="Calibri"/>
              </a:rPr>
              <a:t>À retenir  </a:t>
            </a:r>
            <a:r>
              <a:rPr lang="fr-FR" sz="1500" b="0" u="none" strike="noStrike">
                <a:solidFill>
                  <a:srgbClr val="EEF1F6"/>
                </a:solidFill>
                <a:effectLst/>
                <a:uFillTx/>
                <a:latin typeface="Calibri"/>
                <a:ea typeface="Calibri"/>
              </a:rPr>
              <a:t>Angular : input() pour ce qui descend, output() pour ce qui remonte, et le parent s'y abonne avec (toggled). React : tout passe par les props, y compris les callbacks, un événement n'est qu'une fonction reçue du parent.</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8"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En résumé : chaque avantage a son revers</a:t>
            </a:r>
            <a:endParaRPr lang="fr-FR" sz="3600" b="0" u="none" strike="noStrike">
              <a:solidFill>
                <a:schemeClr val="dk2"/>
              </a:solidFill>
              <a:effectLst/>
              <a:uFillTx/>
              <a:latin typeface="Roboto Black"/>
            </a:endParaRPr>
          </a:p>
        </p:txBody>
      </p:sp>
      <p:pic>
        <p:nvPicPr>
          <p:cNvPr id="1229" name="Picture 2" descr="angular_dark.png"/>
          <p:cNvPicPr/>
          <p:nvPr/>
        </p:nvPicPr>
        <p:blipFill>
          <a:blip r:embed="rId1"/>
          <a:stretch/>
        </p:blipFill>
        <p:spPr>
          <a:xfrm>
            <a:off x="2578680" y="1965960"/>
            <a:ext cx="346680" cy="346680"/>
          </a:xfrm>
          <a:prstGeom prst="rect">
            <a:avLst/>
          </a:prstGeom>
          <a:noFill/>
          <a:ln w="0">
            <a:noFill/>
          </a:ln>
        </p:spPr>
      </p:pic>
      <p:sp>
        <p:nvSpPr>
          <p:cNvPr id="1230" name="TextBox 3"/>
          <p:cNvSpPr/>
          <p:nvPr/>
        </p:nvSpPr>
        <p:spPr>
          <a:xfrm>
            <a:off x="3035880" y="1920240"/>
            <a:ext cx="2742480" cy="4381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2000" b="0" u="none" strike="noStrike">
                <a:solidFill>
                  <a:srgbClr val="DD0031"/>
                </a:solidFill>
                <a:effectLst/>
                <a:uFillTx/>
                <a:latin typeface="Roboto"/>
              </a:rPr>
              <a:t>Angular</a:t>
            </a:r>
            <a:endParaRPr lang="en-US" sz="2000" b="0" u="none" strike="noStrike">
              <a:solidFill>
                <a:srgbClr val="000000"/>
              </a:solidFill>
              <a:effectLst/>
              <a:uFillTx/>
              <a:latin typeface="Arial"/>
            </a:endParaRPr>
          </a:p>
        </p:txBody>
      </p:sp>
      <p:pic>
        <p:nvPicPr>
          <p:cNvPr id="1231" name="Picture 4" descr="react_dark.png"/>
          <p:cNvPicPr/>
          <p:nvPr/>
        </p:nvPicPr>
        <p:blipFill>
          <a:blip r:embed="rId2"/>
          <a:stretch/>
        </p:blipFill>
        <p:spPr>
          <a:xfrm>
            <a:off x="7150680" y="1965960"/>
            <a:ext cx="346680" cy="346680"/>
          </a:xfrm>
          <a:prstGeom prst="rect">
            <a:avLst/>
          </a:prstGeom>
          <a:noFill/>
          <a:ln w="0">
            <a:noFill/>
          </a:ln>
        </p:spPr>
      </p:pic>
      <p:sp>
        <p:nvSpPr>
          <p:cNvPr id="1232" name="TextBox 5"/>
          <p:cNvSpPr/>
          <p:nvPr/>
        </p:nvSpPr>
        <p:spPr>
          <a:xfrm>
            <a:off x="7607880" y="1920240"/>
            <a:ext cx="2742480" cy="4381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2000" b="0" u="none" strike="noStrike">
                <a:solidFill>
                  <a:srgbClr val="0A7EA4"/>
                </a:solidFill>
                <a:effectLst/>
                <a:uFillTx/>
                <a:latin typeface="Roboto"/>
              </a:rPr>
              <a:t>React</a:t>
            </a:r>
            <a:endParaRPr lang="en-US" sz="2000" b="0" u="none" strike="noStrike">
              <a:solidFill>
                <a:srgbClr val="000000"/>
              </a:solidFill>
              <a:effectLst/>
              <a:uFillTx/>
              <a:latin typeface="Arial"/>
            </a:endParaRPr>
          </a:p>
        </p:txBody>
      </p:sp>
      <p:sp>
        <p:nvSpPr>
          <p:cNvPr id="1233" name="TextBox 6"/>
          <p:cNvSpPr/>
          <p:nvPr/>
        </p:nvSpPr>
        <p:spPr>
          <a:xfrm>
            <a:off x="841320" y="2468880"/>
            <a:ext cx="1553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800" b="0" u="none" strike="noStrike">
                <a:solidFill>
                  <a:srgbClr val="020D23"/>
                </a:solidFill>
                <a:effectLst/>
                <a:uFillTx/>
                <a:latin typeface="Roboto"/>
              </a:rPr>
              <a:t>Cadre</a:t>
            </a:r>
            <a:endParaRPr lang="en-US" sz="1800" b="0" u="none" strike="noStrike">
              <a:solidFill>
                <a:srgbClr val="000000"/>
              </a:solidFill>
              <a:effectLst/>
              <a:uFillTx/>
              <a:latin typeface="Arial"/>
            </a:endParaRPr>
          </a:p>
        </p:txBody>
      </p:sp>
      <p:sp>
        <p:nvSpPr>
          <p:cNvPr id="1234" name="Rounded Rectangle 7"/>
          <p:cNvSpPr/>
          <p:nvPr/>
        </p:nvSpPr>
        <p:spPr>
          <a:xfrm>
            <a:off x="2578680" y="246888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35" name="TextBox 8"/>
          <p:cNvSpPr/>
          <p:nvPr/>
        </p:nvSpPr>
        <p:spPr>
          <a:xfrm>
            <a:off x="2853000" y="246888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Tout fourni, identique d'un projet à l'autre</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peu de choix de librairies</a:t>
            </a:r>
            <a:endParaRPr lang="en-US" sz="1500" b="0" u="none" strike="noStrike">
              <a:solidFill>
                <a:srgbClr val="000000"/>
              </a:solidFill>
              <a:effectLst/>
              <a:uFillTx/>
              <a:latin typeface="Arial"/>
            </a:endParaRPr>
          </a:p>
        </p:txBody>
      </p:sp>
      <p:sp>
        <p:nvSpPr>
          <p:cNvPr id="1236" name="Rounded Rectangle 9"/>
          <p:cNvSpPr/>
          <p:nvPr/>
        </p:nvSpPr>
        <p:spPr>
          <a:xfrm>
            <a:off x="7150680" y="246888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37" name="TextBox 10"/>
          <p:cNvSpPr/>
          <p:nvPr/>
        </p:nvSpPr>
        <p:spPr>
          <a:xfrm>
            <a:off x="7425000" y="246888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Écosystème libre et très riche</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des libs à choisir et maintenir</a:t>
            </a:r>
            <a:endParaRPr lang="en-US" sz="1500" b="0" u="none" strike="noStrike">
              <a:solidFill>
                <a:srgbClr val="000000"/>
              </a:solidFill>
              <a:effectLst/>
              <a:uFillTx/>
              <a:latin typeface="Arial"/>
            </a:endParaRPr>
          </a:p>
        </p:txBody>
      </p:sp>
      <p:sp>
        <p:nvSpPr>
          <p:cNvPr id="1238" name="TextBox 11"/>
          <p:cNvSpPr/>
          <p:nvPr/>
        </p:nvSpPr>
        <p:spPr>
          <a:xfrm>
            <a:off x="841320" y="3566160"/>
            <a:ext cx="1553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800" b="0" u="none" strike="noStrike">
                <a:solidFill>
                  <a:srgbClr val="020D23"/>
                </a:solidFill>
                <a:effectLst/>
                <a:uFillTx/>
                <a:latin typeface="Roboto"/>
              </a:rPr>
              <a:t>Réactivité</a:t>
            </a:r>
            <a:endParaRPr lang="en-US" sz="1800" b="0" u="none" strike="noStrike">
              <a:solidFill>
                <a:srgbClr val="000000"/>
              </a:solidFill>
              <a:effectLst/>
              <a:uFillTx/>
              <a:latin typeface="Arial"/>
            </a:endParaRPr>
          </a:p>
        </p:txBody>
      </p:sp>
      <p:sp>
        <p:nvSpPr>
          <p:cNvPr id="1239" name="Rounded Rectangle 12"/>
          <p:cNvSpPr/>
          <p:nvPr/>
        </p:nvSpPr>
        <p:spPr>
          <a:xfrm>
            <a:off x="2578680" y="356616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40" name="TextBox 13"/>
          <p:cNvSpPr/>
          <p:nvPr/>
        </p:nvSpPr>
        <p:spPr>
          <a:xfrm>
            <a:off x="2853000" y="356616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Signaux qui suivent leurs dépendances</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cohabitation avec RxJS</a:t>
            </a:r>
            <a:endParaRPr lang="en-US" sz="1500" b="0" u="none" strike="noStrike">
              <a:solidFill>
                <a:srgbClr val="000000"/>
              </a:solidFill>
              <a:effectLst/>
              <a:uFillTx/>
              <a:latin typeface="Arial"/>
            </a:endParaRPr>
          </a:p>
        </p:txBody>
      </p:sp>
      <p:sp>
        <p:nvSpPr>
          <p:cNvPr id="1241" name="Rounded Rectangle 14"/>
          <p:cNvSpPr/>
          <p:nvPr/>
        </p:nvSpPr>
        <p:spPr>
          <a:xfrm>
            <a:off x="7150680" y="356616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42" name="TextBox 15"/>
          <p:cNvSpPr/>
          <p:nvPr/>
        </p:nvSpPr>
        <p:spPr>
          <a:xfrm>
            <a:off x="7425000" y="356616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Modèle simple : un rendu = une fonction</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re-rendus et useEffect à maîtriser</a:t>
            </a:r>
            <a:endParaRPr lang="en-US" sz="1500" b="0" u="none" strike="noStrike">
              <a:solidFill>
                <a:srgbClr val="000000"/>
              </a:solidFill>
              <a:effectLst/>
              <a:uFillTx/>
              <a:latin typeface="Arial"/>
            </a:endParaRPr>
          </a:p>
        </p:txBody>
      </p:sp>
      <p:sp>
        <p:nvSpPr>
          <p:cNvPr id="1243" name="TextBox 16"/>
          <p:cNvSpPr/>
          <p:nvPr/>
        </p:nvSpPr>
        <p:spPr>
          <a:xfrm>
            <a:off x="841320" y="4663440"/>
            <a:ext cx="1553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800" b="0" u="none" strike="noStrike">
                <a:solidFill>
                  <a:srgbClr val="020D23"/>
                </a:solidFill>
                <a:effectLst/>
                <a:uFillTx/>
                <a:latin typeface="Roboto"/>
              </a:rPr>
              <a:t>Composants</a:t>
            </a:r>
            <a:endParaRPr lang="en-US" sz="1800" b="0" u="none" strike="noStrike">
              <a:solidFill>
                <a:srgbClr val="000000"/>
              </a:solidFill>
              <a:effectLst/>
              <a:uFillTx/>
              <a:latin typeface="Arial"/>
            </a:endParaRPr>
          </a:p>
        </p:txBody>
      </p:sp>
      <p:sp>
        <p:nvSpPr>
          <p:cNvPr id="1244" name="Rounded Rectangle 17"/>
          <p:cNvSpPr/>
          <p:nvPr/>
        </p:nvSpPr>
        <p:spPr>
          <a:xfrm>
            <a:off x="2578680" y="466344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45" name="TextBox 18"/>
          <p:cNvSpPr/>
          <p:nvPr/>
        </p:nvSpPr>
        <p:spPr>
          <a:xfrm>
            <a:off x="2853000" y="466344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Rôles clairs : composant, directive, service</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3 fichiers et un élément hôte</a:t>
            </a:r>
            <a:endParaRPr lang="en-US" sz="1500" b="0" u="none" strike="noStrike">
              <a:solidFill>
                <a:srgbClr val="000000"/>
              </a:solidFill>
              <a:effectLst/>
              <a:uFillTx/>
              <a:latin typeface="Arial"/>
            </a:endParaRPr>
          </a:p>
        </p:txBody>
      </p:sp>
      <p:sp>
        <p:nvSpPr>
          <p:cNvPr id="1246" name="Rounded Rectangle 19"/>
          <p:cNvSpPr/>
          <p:nvPr/>
        </p:nvSpPr>
        <p:spPr>
          <a:xfrm>
            <a:off x="7150680" y="4663440"/>
            <a:ext cx="4388400" cy="959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47" name="TextBox 20"/>
          <p:cNvSpPr/>
          <p:nvPr/>
        </p:nvSpPr>
        <p:spPr>
          <a:xfrm>
            <a:off x="7425000" y="4663440"/>
            <a:ext cx="3839760" cy="95940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300"/>
              </a:spcAft>
            </a:pPr>
            <a:r>
              <a:rPr lang="fr-FR" sz="1500" b="0" u="none" strike="noStrike">
                <a:solidFill>
                  <a:srgbClr val="020D23"/>
                </a:solidFill>
                <a:effectLst/>
                <a:uFillTx/>
                <a:latin typeface="Roboto Light"/>
              </a:rPr>
              <a:t>Fonction, spread des props, refactor facile</a:t>
            </a:r>
            <a:endParaRPr lang="en-US" sz="1500" b="0" u="none" strike="noStrike">
              <a:solidFill>
                <a:srgbClr val="000000"/>
              </a:solidFill>
              <a:effectLst/>
              <a:uFillTx/>
              <a:latin typeface="Arial"/>
            </a:endParaRPr>
          </a:p>
          <a:p>
            <a:pPr defTabSz="914400">
              <a:lnSpc>
                <a:spcPct val="100000"/>
              </a:lnSpc>
              <a:spcAft>
                <a:spcPts val="300"/>
              </a:spcAft>
            </a:pPr>
            <a:r>
              <a:rPr lang="fr-FR" sz="1500" b="0" i="1" u="none" strike="noStrike">
                <a:solidFill>
                  <a:srgbClr val="5B6478"/>
                </a:solidFill>
                <a:effectLst/>
                <a:uFillTx/>
                <a:latin typeface="Roboto Light"/>
              </a:rPr>
              <a:t>mais plus de façons de mal faire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8" name="PlaceHolder 1"/>
          <p:cNvSpPr>
            <a:spLocks noGrp="1"/>
          </p:cNvSpPr>
          <p:nvPr>
            <p:ph type="title"/>
          </p:nvPr>
        </p:nvSpPr>
        <p:spPr>
          <a:xfrm>
            <a:off x="838080" y="860040"/>
            <a:ext cx="10514880" cy="1097280"/>
          </a:xfrm>
          <a:prstGeom prst="rect">
            <a:avLst/>
          </a:prstGeom>
          <a:noFill/>
          <a:ln w="0">
            <a:noFill/>
          </a:ln>
        </p:spPr>
        <p:txBody>
          <a:bodyPr lIns="91440" tIns="45720" rIns="91440" bIns="45720" anchor="t">
            <a:noAutofit/>
          </a:bodyPr>
          <a:p>
            <a:pPr indent="0" algn="l" defTabSz="914400">
              <a:lnSpc>
                <a:spcPct val="90000"/>
              </a:lnSpc>
              <a:buNone/>
              <a:tabLst>
                <a:tab pos="0" algn="l"/>
              </a:tabLst>
            </a:pPr>
            <a:r>
              <a:rPr lang="fr-FR" sz="3600" b="0" u="none" strike="noStrike">
                <a:solidFill>
                  <a:schemeClr val="dk2"/>
                </a:solidFill>
                <a:effectLst/>
                <a:uFillTx/>
                <a:latin typeface="Roboto Black"/>
                <a:ea typeface="Roboto Black"/>
              </a:rPr>
              <a:t>Quand choisir quoi ?</a:t>
            </a:r>
            <a:endParaRPr lang="fr-FR" sz="3600" b="0" u="none" strike="noStrike">
              <a:solidFill>
                <a:schemeClr val="dk2"/>
              </a:solidFill>
              <a:effectLst/>
              <a:uFillTx/>
              <a:latin typeface="Roboto Black"/>
            </a:endParaRPr>
          </a:p>
        </p:txBody>
      </p:sp>
      <p:sp>
        <p:nvSpPr>
          <p:cNvPr id="1249" name="TextBox 2"/>
          <p:cNvSpPr/>
          <p:nvPr/>
        </p:nvSpPr>
        <p:spPr>
          <a:xfrm>
            <a:off x="841320" y="1920240"/>
            <a:ext cx="10514880" cy="6400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fr-FR" sz="1800" b="0" u="none" strike="noStrike">
                <a:solidFill>
                  <a:srgbClr val="5B6478"/>
                </a:solidFill>
                <a:effectLst/>
                <a:uFillTx/>
                <a:latin typeface="Roboto Light"/>
              </a:rPr>
              <a:t>Les deux convergent, mais depuis peu : Angular s'est rapproché de React (signals, composants standalone), alors que React a peu changé depuis l'arrivée des hooks (2018).</a:t>
            </a:r>
            <a:endParaRPr lang="en-US" sz="1800" b="0" u="none" strike="noStrike">
              <a:solidFill>
                <a:srgbClr val="000000"/>
              </a:solidFill>
              <a:effectLst/>
              <a:uFillTx/>
              <a:latin typeface="Arial"/>
            </a:endParaRPr>
          </a:p>
        </p:txBody>
      </p:sp>
      <p:sp>
        <p:nvSpPr>
          <p:cNvPr id="1250" name="Rounded Rectangle 3"/>
          <p:cNvSpPr/>
          <p:nvPr/>
        </p:nvSpPr>
        <p:spPr>
          <a:xfrm>
            <a:off x="841320" y="2834640"/>
            <a:ext cx="5074200" cy="3245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51" name="Oval 4"/>
          <p:cNvSpPr/>
          <p:nvPr/>
        </p:nvSpPr>
        <p:spPr>
          <a:xfrm>
            <a:off x="1161360" y="3154680"/>
            <a:ext cx="685080" cy="685080"/>
          </a:xfrm>
          <a:prstGeom prst="ellipse">
            <a:avLst/>
          </a:prstGeom>
          <a:solidFill>
            <a:srgbClr val="FFFFFF"/>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pic>
        <p:nvPicPr>
          <p:cNvPr id="1252" name="Picture 5" descr="angular_dark.png"/>
          <p:cNvPicPr/>
          <p:nvPr/>
        </p:nvPicPr>
        <p:blipFill>
          <a:blip r:embed="rId1"/>
          <a:stretch/>
        </p:blipFill>
        <p:spPr>
          <a:xfrm>
            <a:off x="1312200" y="3305520"/>
            <a:ext cx="383400" cy="383400"/>
          </a:xfrm>
          <a:prstGeom prst="rect">
            <a:avLst/>
          </a:prstGeom>
          <a:noFill/>
          <a:ln w="0">
            <a:noFill/>
          </a:ln>
        </p:spPr>
      </p:pic>
      <p:sp>
        <p:nvSpPr>
          <p:cNvPr id="1253" name="TextBox 6"/>
          <p:cNvSpPr/>
          <p:nvPr/>
        </p:nvSpPr>
        <p:spPr>
          <a:xfrm>
            <a:off x="2030040" y="3154680"/>
            <a:ext cx="3611160" cy="6850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2400" b="0" u="none" strike="noStrike">
                <a:solidFill>
                  <a:srgbClr val="DD0031"/>
                </a:solidFill>
                <a:effectLst/>
                <a:uFillTx/>
                <a:latin typeface="Roboto"/>
              </a:rPr>
              <a:t>Plutôt Angular</a:t>
            </a:r>
            <a:endParaRPr lang="en-US" sz="2400" b="0" u="none" strike="noStrike">
              <a:solidFill>
                <a:srgbClr val="000000"/>
              </a:solidFill>
              <a:effectLst/>
              <a:uFillTx/>
              <a:latin typeface="Arial"/>
            </a:endParaRPr>
          </a:p>
        </p:txBody>
      </p:sp>
      <p:sp>
        <p:nvSpPr>
          <p:cNvPr id="1254" name="TextBox 7"/>
          <p:cNvSpPr/>
          <p:nvPr/>
        </p:nvSpPr>
        <p:spPr>
          <a:xfrm>
            <a:off x="1161360" y="4114800"/>
            <a:ext cx="4434120" cy="1873800"/>
          </a:xfrm>
          <a:prstGeom prst="rect">
            <a:avLst/>
          </a:prstGeom>
          <a:noFill/>
          <a:ln w="0">
            <a:noFill/>
          </a:ln>
        </p:spPr>
        <p:style>
          <a:lnRef idx="0"/>
          <a:fillRef idx="0"/>
          <a:effectRef idx="0"/>
          <a:fontRef idx="minor"/>
        </p:style>
        <p:txBody>
          <a:bodyPr lIns="0" tIns="0" rIns="0" bIns="0" anchor="t">
            <a:spAutoFit/>
          </a:bodyPr>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Gros projets d'entreprise, sur la durée</a:t>
            </a:r>
            <a:endParaRPr lang="en-US" sz="1600" b="0" u="none" strike="noStrike">
              <a:solidFill>
                <a:srgbClr val="000000"/>
              </a:solidFill>
              <a:effectLst/>
              <a:uFillTx/>
              <a:latin typeface="Arial"/>
            </a:endParaRPr>
          </a:p>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Équipes qui tournent : même cadre, mêmes briques partout</a:t>
            </a:r>
            <a:endParaRPr lang="en-US" sz="1600" b="0" u="none" strike="noStrike">
              <a:solidFill>
                <a:srgbClr val="000000"/>
              </a:solidFill>
              <a:effectLst/>
              <a:uFillTx/>
              <a:latin typeface="Arial"/>
            </a:endParaRPr>
          </a:p>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Envie de tout avoir sans choisir de librairies</a:t>
            </a:r>
            <a:endParaRPr lang="en-US" sz="1600" b="0" u="none" strike="noStrike">
              <a:solidFill>
                <a:srgbClr val="000000"/>
              </a:solidFill>
              <a:effectLst/>
              <a:uFillTx/>
              <a:latin typeface="Arial"/>
            </a:endParaRPr>
          </a:p>
        </p:txBody>
      </p:sp>
      <p:sp>
        <p:nvSpPr>
          <p:cNvPr id="1255" name="Rounded Rectangle 8"/>
          <p:cNvSpPr/>
          <p:nvPr/>
        </p:nvSpPr>
        <p:spPr>
          <a:xfrm>
            <a:off x="6282000" y="2834640"/>
            <a:ext cx="5074200" cy="3245400"/>
          </a:xfrm>
          <a:prstGeom prst="roundRect">
            <a:avLst>
              <a:gd name="adj" fmla="val 8000"/>
            </a:avLst>
          </a:prstGeom>
          <a:solidFill>
            <a:srgbClr val="F1F3F7"/>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sp>
        <p:nvSpPr>
          <p:cNvPr id="1256" name="Oval 9"/>
          <p:cNvSpPr/>
          <p:nvPr/>
        </p:nvSpPr>
        <p:spPr>
          <a:xfrm>
            <a:off x="6602040" y="3154680"/>
            <a:ext cx="685080" cy="685080"/>
          </a:xfrm>
          <a:prstGeom prst="ellipse">
            <a:avLst/>
          </a:prstGeom>
          <a:solidFill>
            <a:srgbClr val="FFFFFF"/>
          </a:solidFill>
          <a:ln w="9525">
            <a:solidFill>
              <a:srgbClr val="DDE2EB"/>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roboto Light"/>
            </a:endParaRPr>
          </a:p>
        </p:txBody>
      </p:sp>
      <p:pic>
        <p:nvPicPr>
          <p:cNvPr id="1257" name="Picture 10" descr="react_dark.png"/>
          <p:cNvPicPr/>
          <p:nvPr/>
        </p:nvPicPr>
        <p:blipFill>
          <a:blip r:embed="rId2"/>
          <a:stretch/>
        </p:blipFill>
        <p:spPr>
          <a:xfrm>
            <a:off x="6752880" y="3305520"/>
            <a:ext cx="383400" cy="383400"/>
          </a:xfrm>
          <a:prstGeom prst="rect">
            <a:avLst/>
          </a:prstGeom>
          <a:noFill/>
          <a:ln w="0">
            <a:noFill/>
          </a:ln>
        </p:spPr>
      </p:pic>
      <p:sp>
        <p:nvSpPr>
          <p:cNvPr id="1258" name="TextBox 11"/>
          <p:cNvSpPr/>
          <p:nvPr/>
        </p:nvSpPr>
        <p:spPr>
          <a:xfrm>
            <a:off x="7470720" y="3154680"/>
            <a:ext cx="3611160" cy="6850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2400" b="0" u="none" strike="noStrike">
                <a:solidFill>
                  <a:srgbClr val="0A7EA4"/>
                </a:solidFill>
                <a:effectLst/>
                <a:uFillTx/>
                <a:latin typeface="Roboto"/>
              </a:rPr>
              <a:t>Plutôt React</a:t>
            </a:r>
            <a:endParaRPr lang="en-US" sz="2400" b="0" u="none" strike="noStrike">
              <a:solidFill>
                <a:srgbClr val="000000"/>
              </a:solidFill>
              <a:effectLst/>
              <a:uFillTx/>
              <a:latin typeface="Arial"/>
            </a:endParaRPr>
          </a:p>
        </p:txBody>
      </p:sp>
      <p:sp>
        <p:nvSpPr>
          <p:cNvPr id="1259" name="TextBox 12"/>
          <p:cNvSpPr/>
          <p:nvPr/>
        </p:nvSpPr>
        <p:spPr>
          <a:xfrm>
            <a:off x="6602040" y="4114800"/>
            <a:ext cx="4434120" cy="1873800"/>
          </a:xfrm>
          <a:prstGeom prst="rect">
            <a:avLst/>
          </a:prstGeom>
          <a:noFill/>
          <a:ln w="0">
            <a:noFill/>
          </a:ln>
        </p:spPr>
        <p:style>
          <a:lnRef idx="0"/>
          <a:fillRef idx="0"/>
          <a:effectRef idx="0"/>
          <a:fontRef idx="minor"/>
        </p:style>
        <p:txBody>
          <a:bodyPr lIns="0" tIns="0" rIns="0" bIns="0" anchor="t">
            <a:spAutoFit/>
          </a:bodyPr>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Plus proche du JavaScript natif : plus accessible pour démarrer</a:t>
            </a:r>
            <a:endParaRPr lang="en-US" sz="1600" b="0" u="none" strike="noStrike">
              <a:solidFill>
                <a:srgbClr val="000000"/>
              </a:solidFill>
              <a:effectLst/>
              <a:uFillTx/>
              <a:latin typeface="Arial"/>
            </a:endParaRPr>
          </a:p>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Design system poussé (Radix, shadcn…)</a:t>
            </a:r>
            <a:endParaRPr lang="en-US" sz="1600" b="0" u="none" strike="noStrike">
              <a:solidFill>
                <a:srgbClr val="000000"/>
              </a:solidFill>
              <a:effectLst/>
              <a:uFillTx/>
              <a:latin typeface="Arial"/>
            </a:endParaRPr>
          </a:p>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Besoin de librairies spécialisées, écosystème riche</a:t>
            </a:r>
            <a:endParaRPr lang="en-US" sz="1600" b="0" u="none" strike="noStrike">
              <a:solidFill>
                <a:srgbClr val="000000"/>
              </a:solidFill>
              <a:effectLst/>
              <a:uFillTx/>
              <a:latin typeface="Arial"/>
            </a:endParaRPr>
          </a:p>
          <a:p>
            <a:pPr marL="274320" indent="-274320" defTabSz="914400">
              <a:lnSpc>
                <a:spcPct val="100000"/>
              </a:lnSpc>
              <a:spcAft>
                <a:spcPts val="1001"/>
              </a:spcAft>
              <a:buClr>
                <a:srgbClr val="FF0000"/>
              </a:buClr>
              <a:buFont typeface="Arial"/>
              <a:buChar char="•"/>
            </a:pPr>
            <a:r>
              <a:rPr lang="fr-FR" sz="1600" b="0" u="none" strike="noStrike">
                <a:solidFill>
                  <a:srgbClr val="020D23"/>
                </a:solidFill>
                <a:effectLst/>
                <a:uFillTx/>
                <a:latin typeface="Roboto Light"/>
              </a:rPr>
              <a:t>Web et mobile avec React Native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2"/>
          <p:cNvSpPr txBox="1"/>
          <p:nvPr/>
        </p:nvSpPr>
        <p:spPr>
          <a:xfrm>
            <a:off x="548640" y="274320"/>
            <a:ext cx="11094415" cy="594360"/>
          </a:xfrm>
          <a:prstGeom prst="rect">
            <a:avLst/>
          </a:prstGeom>
          <a:noFill/>
          <a:ln>
            <a:noFill/>
          </a:ln>
        </p:spPr>
        <p:txBody>
          <a:bodyPr wrap="square" lIns="0" tIns="0" rIns="0" bIns="0" rtlCol="0" anchor="ctr">
            <a:noAutofit/>
          </a:bodyPr>
          <a:lstStyle/>
          <a:p>
            <a:pPr marL="0" indent="0">
              <a:lnSpc>
                <a:spcPct val="100000"/>
              </a:lnSpc>
              <a:buNone/>
            </a:pPr>
            <a:r>
              <a:rPr lang="fr-FR" sz="3000" b="1" dirty="0">
                <a:solidFill>
                  <a:srgbClr val="FFFFFF"/>
                </a:solidFill>
                <a:latin typeface="Calibri" pitchFamily="34" charset="0"/>
                <a:ea typeface="Calibri" pitchFamily="34" charset="-122"/>
                <a:cs typeface="Calibri" pitchFamily="34" charset="-120"/>
              </a:rPr>
              <a:t>Le projet démo en chiffres</a:t>
            </a:r>
            <a:endParaRPr lang="fr-FR" sz="3000" dirty="0"/>
          </a:p>
        </p:txBody>
      </p:sp>
      <p:sp>
        <p:nvSpPr>
          <p:cNvPr id="3" name="Text 3"/>
          <p:cNvSpPr txBox="1"/>
          <p:nvPr/>
        </p:nvSpPr>
        <p:spPr>
          <a:xfrm>
            <a:off x="7985455" y="274320"/>
            <a:ext cx="3657600" cy="594360"/>
          </a:xfrm>
          <a:prstGeom prst="rect">
            <a:avLst/>
          </a:prstGeom>
          <a:noFill/>
          <a:ln>
            <a:noFill/>
          </a:ln>
        </p:spPr>
        <p:txBody>
          <a:bodyPr wrap="square" lIns="0" tIns="0" rIns="0" bIns="0" rtlCol="0" anchor="ctr">
            <a:noAutofit/>
          </a:bodyPr>
          <a:lstStyle/>
          <a:p>
            <a:pPr marL="0" indent="0" algn="r">
              <a:lnSpc>
                <a:spcPct val="100000"/>
              </a:lnSpc>
              <a:buNone/>
            </a:pPr>
            <a:r>
              <a:rPr lang="fr-FR" sz="1200" spc="200" dirty="0">
                <a:solidFill>
                  <a:srgbClr val="FF3B3B"/>
                </a:solidFill>
                <a:latin typeface="Noto Sans Mono" pitchFamily="34" charset="0"/>
                <a:ea typeface="Noto Sans Mono" pitchFamily="34" charset="-122"/>
                <a:cs typeface="Noto Sans Mono" pitchFamily="34" charset="-120"/>
              </a:rPr>
              <a:t>BILAN</a:t>
            </a:r>
            <a:endParaRPr lang="fr-FR" sz="1200" dirty="0"/>
          </a:p>
        </p:txBody>
      </p:sp>
      <p:pic>
        <p:nvPicPr>
          <p:cNvPr id="4" name="Image 4" descr="Angular"/>
          <p:cNvPicPr>
            <a:picLocks noChangeAspect="1"/>
          </p:cNvPicPr>
          <p:nvPr/>
        </p:nvPicPr>
        <p:blipFill>
          <a:blip r:embed="rId2"/>
          <a:stretch>
            <a:fillRect/>
          </a:stretch>
        </p:blipFill>
        <p:spPr>
          <a:xfrm>
            <a:off x="3703320" y="1133856"/>
            <a:ext cx="292608" cy="292608"/>
          </a:xfrm>
          <a:prstGeom prst="rect">
            <a:avLst/>
          </a:prstGeom>
        </p:spPr>
      </p:pic>
      <p:sp>
        <p:nvSpPr>
          <p:cNvPr id="5" name="Text 5"/>
          <p:cNvSpPr txBox="1"/>
          <p:nvPr/>
        </p:nvSpPr>
        <p:spPr>
          <a:xfrm>
            <a:off x="4114800" y="1051560"/>
            <a:ext cx="2743200" cy="457200"/>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F0355A"/>
                </a:solidFill>
                <a:latin typeface="Calibri" pitchFamily="34" charset="0"/>
                <a:ea typeface="Calibri" pitchFamily="34" charset="-122"/>
                <a:cs typeface="Calibri" pitchFamily="34" charset="-120"/>
              </a:rPr>
              <a:t>Angular</a:t>
            </a:r>
            <a:endParaRPr lang="fr-FR" sz="1600" dirty="0"/>
          </a:p>
        </p:txBody>
      </p:sp>
      <p:pic>
        <p:nvPicPr>
          <p:cNvPr id="6" name="Image 6" descr="React"/>
          <p:cNvPicPr>
            <a:picLocks noChangeAspect="1"/>
          </p:cNvPicPr>
          <p:nvPr/>
        </p:nvPicPr>
        <p:blipFill>
          <a:blip r:embed="rId1"/>
          <a:stretch>
            <a:fillRect/>
          </a:stretch>
        </p:blipFill>
        <p:spPr>
          <a:xfrm>
            <a:off x="7801203" y="1133856"/>
            <a:ext cx="292608" cy="292608"/>
          </a:xfrm>
          <a:prstGeom prst="rect">
            <a:avLst/>
          </a:prstGeom>
        </p:spPr>
      </p:pic>
      <p:sp>
        <p:nvSpPr>
          <p:cNvPr id="7" name="Text 7"/>
          <p:cNvSpPr txBox="1"/>
          <p:nvPr/>
        </p:nvSpPr>
        <p:spPr>
          <a:xfrm>
            <a:off x="8212683" y="1051560"/>
            <a:ext cx="2743200" cy="457200"/>
          </a:xfrm>
          <a:prstGeom prst="rect">
            <a:avLst/>
          </a:prstGeom>
          <a:noFill/>
          <a:ln>
            <a:noFill/>
          </a:ln>
        </p:spPr>
        <p:txBody>
          <a:bodyPr wrap="square" lIns="0" tIns="0" rIns="0" bIns="0" rtlCol="0" anchor="ctr">
            <a:noAutofit/>
          </a:bodyPr>
          <a:lstStyle/>
          <a:p>
            <a:pPr marL="0" indent="0">
              <a:lnSpc>
                <a:spcPct val="100000"/>
              </a:lnSpc>
              <a:buNone/>
            </a:pPr>
            <a:r>
              <a:rPr lang="fr-FR" sz="1600" b="1" dirty="0">
                <a:solidFill>
                  <a:srgbClr val="61DAFB"/>
                </a:solidFill>
                <a:latin typeface="Calibri" pitchFamily="34" charset="0"/>
                <a:ea typeface="Calibri" pitchFamily="34" charset="-122"/>
                <a:cs typeface="Calibri" pitchFamily="34" charset="-120"/>
              </a:rPr>
              <a:t>React</a:t>
            </a:r>
            <a:endParaRPr lang="fr-FR" sz="1600" dirty="0"/>
          </a:p>
        </p:txBody>
      </p:sp>
      <p:sp>
        <p:nvSpPr>
          <p:cNvPr id="8" name="Text 8"/>
          <p:cNvSpPr txBox="1"/>
          <p:nvPr/>
        </p:nvSpPr>
        <p:spPr>
          <a:xfrm>
            <a:off x="548640" y="1673352"/>
            <a:ext cx="2926080" cy="900000"/>
          </a:xfrm>
          <a:prstGeom prst="rect">
            <a:avLst/>
          </a:prstGeom>
          <a:noFill/>
          <a:ln>
            <a:noFill/>
          </a:ln>
        </p:spPr>
        <p:txBody>
          <a:bodyPr wrap="square" lIns="0" tIns="0" rIns="0" bIns="0" rtlCol="0" anchor="ctr">
            <a:noAutofit/>
          </a:bodyPr>
          <a:lstStyle/>
          <a:p>
            <a:pPr marL="0" indent="0">
              <a:lnSpc>
                <a:spcPct val="100000"/>
              </a:lnSpc>
              <a:buNone/>
            </a:pPr>
            <a:r>
              <a:rPr lang="fr-FR" sz="1300" dirty="0">
                <a:solidFill>
                  <a:srgbClr val="C9D1E0"/>
                </a:solidFill>
                <a:latin typeface="Calibri" pitchFamily="34" charset="0"/>
                <a:ea typeface="Calibri" pitchFamily="34" charset="-122"/>
                <a:cs typeface="Calibri" pitchFamily="34" charset="-120"/>
              </a:rPr>
              <a:t>Fichiers dans src/</a:t>
            </a:r>
            <a:endParaRPr lang="fr-FR" sz="1300" dirty="0"/>
          </a:p>
        </p:txBody>
      </p:sp>
      <p:sp>
        <p:nvSpPr>
          <p:cNvPr id="9" name="Shape 9"/>
          <p:cNvSpPr/>
          <p:nvPr/>
        </p:nvSpPr>
        <p:spPr>
          <a:xfrm>
            <a:off x="3566160" y="1673352"/>
            <a:ext cx="3979011" cy="900000"/>
          </a:xfrm>
          <a:prstGeom prst="roundRect">
            <a:avLst>
              <a:gd name="adj" fmla="val 9000"/>
            </a:avLst>
          </a:prstGeom>
          <a:solidFill>
            <a:srgbClr val="111829"/>
          </a:solidFill>
          <a:ln w="12700">
            <a:solidFill>
              <a:srgbClr val="1F2A44"/>
            </a:solidFill>
            <a:prstDash val="solid"/>
          </a:ln>
        </p:spPr>
      </p:sp>
      <p:sp>
        <p:nvSpPr>
          <p:cNvPr id="10" name="Text 10"/>
          <p:cNvSpPr txBox="1"/>
          <p:nvPr/>
        </p:nvSpPr>
        <p:spPr>
          <a:xfrm>
            <a:off x="3703320" y="1673352"/>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0355A"/>
                </a:solidFill>
                <a:latin typeface="Calibri" pitchFamily="34" charset="0"/>
                <a:ea typeface="Calibri" pitchFamily="34" charset="-122"/>
                <a:cs typeface="Calibri" pitchFamily="34" charset="-120"/>
              </a:rPr>
              <a:t>41</a:t>
            </a:r>
            <a:r>
              <a:rPr lang="fr-FR" sz="1050" dirty="0">
                <a:solidFill>
                  <a:srgbClr val="8F9AB0"/>
                </a:solidFill>
                <a:latin typeface="Calibri" pitchFamily="34" charset="0"/>
                <a:ea typeface="Calibri" pitchFamily="34" charset="-122"/>
                <a:cs typeface="Calibri" pitchFamily="34" charset="-120"/>
              </a:rPr>
              <a:t xml:space="preserve">   18 .ts · 9 .html · 14 .scss</a:t>
            </a:r>
            <a:endParaRPr lang="fr-FR" sz="1050" dirty="0"/>
          </a:p>
        </p:txBody>
      </p:sp>
      <p:sp>
        <p:nvSpPr>
          <p:cNvPr id="11" name="Shape 11"/>
          <p:cNvSpPr/>
          <p:nvPr/>
        </p:nvSpPr>
        <p:spPr>
          <a:xfrm>
            <a:off x="7664043" y="1673352"/>
            <a:ext cx="3979011" cy="900000"/>
          </a:xfrm>
          <a:prstGeom prst="roundRect">
            <a:avLst>
              <a:gd name="adj" fmla="val 9000"/>
            </a:avLst>
          </a:prstGeom>
          <a:solidFill>
            <a:srgbClr val="111829"/>
          </a:solidFill>
          <a:ln w="12700">
            <a:solidFill>
              <a:srgbClr val="1F2A44"/>
            </a:solidFill>
            <a:prstDash val="solid"/>
          </a:ln>
        </p:spPr>
      </p:sp>
      <p:sp>
        <p:nvSpPr>
          <p:cNvPr id="12" name="Text 12"/>
          <p:cNvSpPr txBox="1"/>
          <p:nvPr/>
        </p:nvSpPr>
        <p:spPr>
          <a:xfrm>
            <a:off x="7801203" y="1673352"/>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61DAFB"/>
                </a:solidFill>
                <a:latin typeface="Calibri" pitchFamily="34" charset="0"/>
                <a:ea typeface="Calibri" pitchFamily="34" charset="-122"/>
                <a:cs typeface="Calibri" pitchFamily="34" charset="-120"/>
              </a:rPr>
              <a:t>30</a:t>
            </a:r>
            <a:r>
              <a:rPr lang="fr-FR" sz="1050" dirty="0">
                <a:solidFill>
                  <a:srgbClr val="8F9AB0"/>
                </a:solidFill>
                <a:latin typeface="Calibri" pitchFamily="34" charset="0"/>
                <a:ea typeface="Calibri" pitchFamily="34" charset="-122"/>
                <a:cs typeface="Calibri" pitchFamily="34" charset="-120"/>
              </a:rPr>
              <a:t xml:space="preserve">   13 .tsx · 4 .ts · 13 .scss</a:t>
            </a:r>
            <a:endParaRPr lang="fr-FR" sz="1050" dirty="0"/>
          </a:p>
        </p:txBody>
      </p:sp>
      <p:sp>
        <p:nvSpPr>
          <p:cNvPr id="13" name="Text 13"/>
          <p:cNvSpPr txBox="1"/>
          <p:nvPr/>
        </p:nvSpPr>
        <p:spPr>
          <a:xfrm>
            <a:off x="548640" y="2737944"/>
            <a:ext cx="2926080" cy="900000"/>
          </a:xfrm>
          <a:prstGeom prst="rect">
            <a:avLst/>
          </a:prstGeom>
          <a:noFill/>
          <a:ln>
            <a:noFill/>
          </a:ln>
        </p:spPr>
        <p:txBody>
          <a:bodyPr wrap="square" lIns="0" tIns="0" rIns="0" bIns="0" rtlCol="0" anchor="ctr">
            <a:noAutofit/>
          </a:bodyPr>
          <a:lstStyle/>
          <a:p>
            <a:pPr marL="0" indent="0">
              <a:lnSpc>
                <a:spcPct val="100000"/>
              </a:lnSpc>
              <a:buNone/>
            </a:pPr>
            <a:r>
              <a:rPr lang="fr-FR" sz="1300" dirty="0">
                <a:solidFill>
                  <a:srgbClr val="C9D1E0"/>
                </a:solidFill>
                <a:latin typeface="Calibri" pitchFamily="34" charset="0"/>
                <a:ea typeface="Calibri" pitchFamily="34" charset="-122"/>
                <a:cs typeface="Calibri" pitchFamily="34" charset="-120"/>
              </a:rPr>
              <a:t>Lignes de code (hors styles)</a:t>
            </a:r>
            <a:endParaRPr lang="fr-FR" sz="1300" dirty="0"/>
          </a:p>
        </p:txBody>
      </p:sp>
      <p:sp>
        <p:nvSpPr>
          <p:cNvPr id="14" name="Shape 14"/>
          <p:cNvSpPr/>
          <p:nvPr/>
        </p:nvSpPr>
        <p:spPr>
          <a:xfrm>
            <a:off x="3566160" y="2737944"/>
            <a:ext cx="3979011" cy="900000"/>
          </a:xfrm>
          <a:prstGeom prst="roundRect">
            <a:avLst>
              <a:gd name="adj" fmla="val 9000"/>
            </a:avLst>
          </a:prstGeom>
          <a:solidFill>
            <a:srgbClr val="111829"/>
          </a:solidFill>
          <a:ln w="12700">
            <a:solidFill>
              <a:srgbClr val="1F2A44"/>
            </a:solidFill>
            <a:prstDash val="solid"/>
          </a:ln>
        </p:spPr>
      </p:sp>
      <p:sp>
        <p:nvSpPr>
          <p:cNvPr id="15" name="Text 15"/>
          <p:cNvSpPr txBox="1"/>
          <p:nvPr/>
        </p:nvSpPr>
        <p:spPr>
          <a:xfrm>
            <a:off x="3703320" y="2737944"/>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0355A"/>
                </a:solidFill>
                <a:latin typeface="Calibri" pitchFamily="34" charset="0"/>
                <a:ea typeface="Calibri" pitchFamily="34" charset="-122"/>
                <a:cs typeface="Calibri" pitchFamily="34" charset="-120"/>
              </a:rPr>
              <a:t>760</a:t>
            </a:r>
            <a:r>
              <a:rPr lang="fr-FR" sz="1050" dirty="0">
                <a:solidFill>
                  <a:srgbClr val="8F9AB0"/>
                </a:solidFill>
                <a:latin typeface="Calibri" pitchFamily="34" charset="0"/>
                <a:ea typeface="Calibri" pitchFamily="34" charset="-122"/>
                <a:cs typeface="Calibri" pitchFamily="34" charset="-120"/>
              </a:rPr>
              <a:t xml:space="preserve">   TS + HTML, même formatage</a:t>
            </a:r>
            <a:endParaRPr lang="fr-FR" sz="1050" dirty="0"/>
          </a:p>
        </p:txBody>
      </p:sp>
      <p:sp>
        <p:nvSpPr>
          <p:cNvPr id="16" name="Shape 16"/>
          <p:cNvSpPr/>
          <p:nvPr/>
        </p:nvSpPr>
        <p:spPr>
          <a:xfrm>
            <a:off x="7664043" y="2737944"/>
            <a:ext cx="3979011" cy="900000"/>
          </a:xfrm>
          <a:prstGeom prst="roundRect">
            <a:avLst>
              <a:gd name="adj" fmla="val 9000"/>
            </a:avLst>
          </a:prstGeom>
          <a:solidFill>
            <a:srgbClr val="111829"/>
          </a:solidFill>
          <a:ln w="12700">
            <a:solidFill>
              <a:srgbClr val="1F2A44"/>
            </a:solidFill>
            <a:prstDash val="solid"/>
          </a:ln>
        </p:spPr>
      </p:sp>
      <p:sp>
        <p:nvSpPr>
          <p:cNvPr id="17" name="Text 17"/>
          <p:cNvSpPr txBox="1"/>
          <p:nvPr/>
        </p:nvSpPr>
        <p:spPr>
          <a:xfrm>
            <a:off x="7801203" y="2737944"/>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61DAFB"/>
                </a:solidFill>
                <a:latin typeface="Calibri" pitchFamily="34" charset="0"/>
                <a:ea typeface="Calibri" pitchFamily="34" charset="-122"/>
                <a:cs typeface="Calibri" pitchFamily="34" charset="-120"/>
              </a:rPr>
              <a:t>815</a:t>
            </a:r>
            <a:r>
              <a:rPr lang="fr-FR" sz="1050" dirty="0">
                <a:solidFill>
                  <a:srgbClr val="8F9AB0"/>
                </a:solidFill>
                <a:latin typeface="Calibri" pitchFamily="34" charset="0"/>
                <a:ea typeface="Calibri" pitchFamily="34" charset="-122"/>
                <a:cs typeface="Calibri" pitchFamily="34" charset="-120"/>
              </a:rPr>
              <a:t xml:space="preserve">   TS + TSX, même formatage</a:t>
            </a:r>
            <a:endParaRPr lang="fr-FR" sz="1050" dirty="0"/>
          </a:p>
        </p:txBody>
      </p:sp>
      <p:sp>
        <p:nvSpPr>
          <p:cNvPr id="18" name="Text 18"/>
          <p:cNvSpPr txBox="1"/>
          <p:nvPr/>
        </p:nvSpPr>
        <p:spPr>
          <a:xfrm>
            <a:off x="548640" y="3802536"/>
            <a:ext cx="2926080" cy="900000"/>
          </a:xfrm>
          <a:prstGeom prst="rect">
            <a:avLst/>
          </a:prstGeom>
          <a:noFill/>
          <a:ln>
            <a:noFill/>
          </a:ln>
        </p:spPr>
        <p:txBody>
          <a:bodyPr wrap="square" lIns="0" tIns="0" rIns="0" bIns="0" rtlCol="0" anchor="ctr">
            <a:noAutofit/>
          </a:bodyPr>
          <a:lstStyle/>
          <a:p>
            <a:pPr marL="0" indent="0">
              <a:lnSpc>
                <a:spcPct val="100000"/>
              </a:lnSpc>
              <a:buNone/>
            </a:pPr>
            <a:r>
              <a:rPr lang="fr-FR" sz="1300" dirty="0">
                <a:solidFill>
                  <a:srgbClr val="C9D1E0"/>
                </a:solidFill>
                <a:latin typeface="Calibri" pitchFamily="34" charset="0"/>
                <a:ea typeface="Calibri" pitchFamily="34" charset="-122"/>
                <a:cs typeface="Calibri" pitchFamily="34" charset="-120"/>
              </a:rPr>
              <a:t>Projets dans les dependencies</a:t>
            </a:r>
            <a:endParaRPr lang="fr-FR" sz="1300" dirty="0"/>
          </a:p>
        </p:txBody>
      </p:sp>
      <p:sp>
        <p:nvSpPr>
          <p:cNvPr id="19" name="Shape 19"/>
          <p:cNvSpPr/>
          <p:nvPr/>
        </p:nvSpPr>
        <p:spPr>
          <a:xfrm>
            <a:off x="3566160" y="3802536"/>
            <a:ext cx="3979011" cy="900000"/>
          </a:xfrm>
          <a:prstGeom prst="roundRect">
            <a:avLst>
              <a:gd name="adj" fmla="val 9000"/>
            </a:avLst>
          </a:prstGeom>
          <a:solidFill>
            <a:srgbClr val="111829"/>
          </a:solidFill>
          <a:ln w="12700">
            <a:solidFill>
              <a:srgbClr val="1F2A44"/>
            </a:solidFill>
            <a:prstDash val="solid"/>
          </a:ln>
        </p:spPr>
      </p:sp>
      <p:sp>
        <p:nvSpPr>
          <p:cNvPr id="20" name="Text 20"/>
          <p:cNvSpPr txBox="1"/>
          <p:nvPr/>
        </p:nvSpPr>
        <p:spPr>
          <a:xfrm>
            <a:off x="3703320" y="3802536"/>
            <a:ext cx="3750411" cy="900000"/>
          </a:xfrm>
          <a:prstGeom prst="rect">
            <a:avLst/>
          </a:prstGeom>
          <a:noFill/>
          <a:ln>
            <a:noFill/>
          </a:ln>
        </p:spPr>
        <p:txBody>
          <a:bodyPr wrap="square" lIns="0" tIns="0" rIns="0" bIns="0" rtlCol="0" anchor="ctr">
            <a:noAutofit/>
          </a:bodyPr>
          <a:lstStyle/>
          <a:p>
            <a:pPr marL="0" indent="0">
              <a:lnSpc>
                <a:spcPct val="100000"/>
              </a:lnSpc>
              <a:spcAft>
                <a:spcPts val="200"/>
              </a:spcAft>
              <a:buNone/>
            </a:pPr>
            <a:r>
              <a:rPr lang="fr-FR" sz="1500" b="1" dirty="0">
                <a:solidFill>
                  <a:srgbClr val="F0355A"/>
                </a:solidFill>
                <a:latin typeface="Calibri" pitchFamily="34" charset="0"/>
                <a:ea typeface="Calibri" pitchFamily="34" charset="-122"/>
                <a:cs typeface="Calibri" pitchFamily="34" charset="-120"/>
              </a:rPr>
              <a:t>3</a:t>
            </a:r>
            <a:endParaRPr lang="fr-FR" sz="1050" dirty="0"/>
          </a:p>
          <a:p>
            <a:pPr marL="0" indent="0">
              <a:lnSpc>
                <a:spcPct val="100000"/>
              </a:lnSpc>
              <a:spcAft>
                <a:spcPts val="200"/>
              </a:spcAft>
              <a:buNone/>
            </a:pPr>
            <a:r>
              <a:rPr lang="fr-FR" sz="1100" dirty="0">
                <a:solidFill>
                  <a:srgbClr val="C9D1E0"/>
                </a:solidFill>
                <a:latin typeface="Calibri" pitchFamily="34" charset="0"/>
                <a:ea typeface="Calibri" pitchFamily="34" charset="-122"/>
                <a:cs typeface="Calibri" pitchFamily="34" charset="-120"/>
              </a:rPr>
              <a:t>Angular (7 paquets @angular/*), RxJS, tslib</a:t>
            </a:r>
            <a:endParaRPr lang="fr-FR" sz="1050" dirty="0"/>
          </a:p>
        </p:txBody>
      </p:sp>
      <p:sp>
        <p:nvSpPr>
          <p:cNvPr id="21" name="Shape 21"/>
          <p:cNvSpPr/>
          <p:nvPr/>
        </p:nvSpPr>
        <p:spPr>
          <a:xfrm>
            <a:off x="7664043" y="3802536"/>
            <a:ext cx="3979011" cy="900000"/>
          </a:xfrm>
          <a:prstGeom prst="roundRect">
            <a:avLst>
              <a:gd name="adj" fmla="val 9000"/>
            </a:avLst>
          </a:prstGeom>
          <a:solidFill>
            <a:srgbClr val="111829"/>
          </a:solidFill>
          <a:ln w="12700">
            <a:solidFill>
              <a:srgbClr val="1F2A44"/>
            </a:solidFill>
            <a:prstDash val="solid"/>
          </a:ln>
        </p:spPr>
      </p:sp>
      <p:sp>
        <p:nvSpPr>
          <p:cNvPr id="22" name="Text 22"/>
          <p:cNvSpPr txBox="1"/>
          <p:nvPr/>
        </p:nvSpPr>
        <p:spPr>
          <a:xfrm>
            <a:off x="7801203" y="3802536"/>
            <a:ext cx="3750411" cy="900000"/>
          </a:xfrm>
          <a:prstGeom prst="rect">
            <a:avLst/>
          </a:prstGeom>
          <a:noFill/>
          <a:ln>
            <a:noFill/>
          </a:ln>
        </p:spPr>
        <p:txBody>
          <a:bodyPr wrap="square" lIns="0" tIns="0" rIns="0" bIns="0" rtlCol="0" anchor="ctr">
            <a:noAutofit/>
          </a:bodyPr>
          <a:lstStyle/>
          <a:p>
            <a:pPr marL="0" indent="0">
              <a:lnSpc>
                <a:spcPct val="100000"/>
              </a:lnSpc>
              <a:spcAft>
                <a:spcPts val="200"/>
              </a:spcAft>
              <a:buNone/>
            </a:pPr>
            <a:r>
              <a:rPr lang="fr-FR" sz="1500" b="1" dirty="0">
                <a:solidFill>
                  <a:srgbClr val="61DAFB"/>
                </a:solidFill>
                <a:latin typeface="Calibri" pitchFamily="34" charset="0"/>
                <a:ea typeface="Calibri" pitchFamily="34" charset="-122"/>
                <a:cs typeface="Calibri" pitchFamily="34" charset="-120"/>
              </a:rPr>
              <a:t>7</a:t>
            </a:r>
            <a:endParaRPr lang="fr-FR" sz="1050" dirty="0"/>
          </a:p>
          <a:p>
            <a:pPr marL="0" indent="0">
              <a:lnSpc>
                <a:spcPct val="100000"/>
              </a:lnSpc>
              <a:spcAft>
                <a:spcPts val="200"/>
              </a:spcAft>
              <a:buNone/>
            </a:pPr>
            <a:r>
              <a:rPr lang="fr-FR" sz="1100" dirty="0">
                <a:solidFill>
                  <a:srgbClr val="C9D1E0"/>
                </a:solidFill>
                <a:latin typeface="Calibri" pitchFamily="34" charset="0"/>
                <a:ea typeface="Calibri" pitchFamily="34" charset="-122"/>
                <a:cs typeface="Calibri" pitchFamily="34" charset="-120"/>
              </a:rPr>
              <a:t>React, React Router, SWR, React Hook Form, Zod, Radix UI, clsx</a:t>
            </a:r>
            <a:endParaRPr lang="fr-FR" sz="1050" dirty="0"/>
          </a:p>
        </p:txBody>
      </p:sp>
      <p:sp>
        <p:nvSpPr>
          <p:cNvPr id="23" name="Text 23"/>
          <p:cNvSpPr txBox="1"/>
          <p:nvPr/>
        </p:nvSpPr>
        <p:spPr>
          <a:xfrm>
            <a:off x="548640" y="4867128"/>
            <a:ext cx="2926080" cy="900000"/>
          </a:xfrm>
          <a:prstGeom prst="rect">
            <a:avLst/>
          </a:prstGeom>
          <a:noFill/>
          <a:ln>
            <a:noFill/>
          </a:ln>
        </p:spPr>
        <p:txBody>
          <a:bodyPr wrap="square" lIns="0" tIns="0" rIns="0" bIns="0" rtlCol="0" anchor="ctr">
            <a:noAutofit/>
          </a:bodyPr>
          <a:lstStyle/>
          <a:p>
            <a:pPr marL="0" indent="0">
              <a:lnSpc>
                <a:spcPct val="100000"/>
              </a:lnSpc>
              <a:buNone/>
            </a:pPr>
            <a:r>
              <a:rPr lang="fr-FR" sz="1300" dirty="0">
                <a:solidFill>
                  <a:srgbClr val="C9D1E0"/>
                </a:solidFill>
                <a:latin typeface="Calibri" pitchFamily="34" charset="0"/>
                <a:ea typeface="Calibri" pitchFamily="34" charset="-122"/>
                <a:cs typeface="Calibri" pitchFamily="34" charset="-120"/>
              </a:rPr>
              <a:t>JavaScript de production (gzip)</a:t>
            </a:r>
            <a:endParaRPr lang="fr-FR" sz="1300" dirty="0"/>
          </a:p>
        </p:txBody>
      </p:sp>
      <p:sp>
        <p:nvSpPr>
          <p:cNvPr id="24" name="Shape 24"/>
          <p:cNvSpPr/>
          <p:nvPr/>
        </p:nvSpPr>
        <p:spPr>
          <a:xfrm>
            <a:off x="3566160" y="4867128"/>
            <a:ext cx="3979011" cy="900000"/>
          </a:xfrm>
          <a:prstGeom prst="roundRect">
            <a:avLst>
              <a:gd name="adj" fmla="val 9000"/>
            </a:avLst>
          </a:prstGeom>
          <a:solidFill>
            <a:srgbClr val="111829"/>
          </a:solidFill>
          <a:ln w="12700">
            <a:solidFill>
              <a:srgbClr val="1F2A44"/>
            </a:solidFill>
            <a:prstDash val="solid"/>
          </a:ln>
        </p:spPr>
      </p:sp>
      <p:sp>
        <p:nvSpPr>
          <p:cNvPr id="25" name="Text 25"/>
          <p:cNvSpPr txBox="1"/>
          <p:nvPr/>
        </p:nvSpPr>
        <p:spPr>
          <a:xfrm>
            <a:off x="3703320" y="4867128"/>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0355A"/>
                </a:solidFill>
                <a:latin typeface="Calibri" pitchFamily="34" charset="0"/>
                <a:ea typeface="Calibri" pitchFamily="34" charset="-122"/>
                <a:cs typeface="Calibri" pitchFamily="34" charset="-120"/>
              </a:rPr>
              <a:t>127 kB</a:t>
            </a:r>
            <a:r>
              <a:rPr lang="fr-FR" sz="1050" dirty="0">
                <a:solidFill>
                  <a:srgbClr val="8F9AB0"/>
                </a:solidFill>
                <a:latin typeface="Calibri" pitchFamily="34" charset="0"/>
                <a:ea typeface="Calibri" pitchFamily="34" charset="-122"/>
                <a:cs typeface="Calibri" pitchFamily="34" charset="-120"/>
              </a:rPr>
              <a:t xml:space="preserve">   420 kB brut, en 7 fichiers</a:t>
            </a:r>
            <a:endParaRPr lang="fr-FR" sz="1050" dirty="0"/>
          </a:p>
        </p:txBody>
      </p:sp>
      <p:sp>
        <p:nvSpPr>
          <p:cNvPr id="26" name="Shape 26"/>
          <p:cNvSpPr/>
          <p:nvPr/>
        </p:nvSpPr>
        <p:spPr>
          <a:xfrm>
            <a:off x="7664043" y="4867128"/>
            <a:ext cx="3979011" cy="900000"/>
          </a:xfrm>
          <a:prstGeom prst="roundRect">
            <a:avLst>
              <a:gd name="adj" fmla="val 9000"/>
            </a:avLst>
          </a:prstGeom>
          <a:solidFill>
            <a:srgbClr val="111829"/>
          </a:solidFill>
          <a:ln w="12700">
            <a:solidFill>
              <a:srgbClr val="1F2A44"/>
            </a:solidFill>
            <a:prstDash val="solid"/>
          </a:ln>
        </p:spPr>
      </p:sp>
      <p:sp>
        <p:nvSpPr>
          <p:cNvPr id="27" name="Text 27"/>
          <p:cNvSpPr txBox="1"/>
          <p:nvPr/>
        </p:nvSpPr>
        <p:spPr>
          <a:xfrm>
            <a:off x="7801203" y="4867128"/>
            <a:ext cx="3750411" cy="900000"/>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61DAFB"/>
                </a:solidFill>
                <a:latin typeface="Calibri" pitchFamily="34" charset="0"/>
                <a:ea typeface="Calibri" pitchFamily="34" charset="-122"/>
                <a:cs typeface="Calibri" pitchFamily="34" charset="-120"/>
              </a:rPr>
              <a:t>138 kB</a:t>
            </a:r>
            <a:r>
              <a:rPr lang="fr-FR" sz="1050" dirty="0">
                <a:solidFill>
                  <a:srgbClr val="8F9AB0"/>
                </a:solidFill>
                <a:latin typeface="Calibri" pitchFamily="34" charset="0"/>
                <a:ea typeface="Calibri" pitchFamily="34" charset="-122"/>
                <a:cs typeface="Calibri" pitchFamily="34" charset="-120"/>
              </a:rPr>
              <a:t xml:space="preserve">   441 kB brut, un seul fichier</a:t>
            </a:r>
            <a:endParaRPr lang="fr-FR" sz="1050" dirty="0"/>
          </a:p>
        </p:txBody>
      </p:sp>
      <p:sp>
        <p:nvSpPr>
          <p:cNvPr id="28" name="Shape 28"/>
          <p:cNvSpPr/>
          <p:nvPr/>
        </p:nvSpPr>
        <p:spPr>
          <a:xfrm>
            <a:off x="548640" y="5897880"/>
            <a:ext cx="11094415" cy="658368"/>
          </a:xfrm>
          <a:prstGeom prst="roundRect">
            <a:avLst>
              <a:gd name="adj" fmla="val 13889"/>
            </a:avLst>
          </a:prstGeom>
          <a:solidFill>
            <a:srgbClr val="151E35"/>
          </a:solidFill>
          <a:ln w="12700">
            <a:solidFill>
              <a:srgbClr val="1F2A44"/>
            </a:solidFill>
            <a:prstDash val="solid"/>
          </a:ln>
        </p:spPr>
      </p:sp>
      <p:sp>
        <p:nvSpPr>
          <p:cNvPr id="29" name="Text 29"/>
          <p:cNvSpPr txBox="1"/>
          <p:nvPr/>
        </p:nvSpPr>
        <p:spPr>
          <a:xfrm>
            <a:off x="822960" y="5897880"/>
            <a:ext cx="10545775" cy="658368"/>
          </a:xfrm>
          <a:prstGeom prst="rect">
            <a:avLst/>
          </a:prstGeom>
          <a:noFill/>
          <a:ln>
            <a:noFill/>
          </a:ln>
        </p:spPr>
        <p:txBody>
          <a:bodyPr wrap="square" lIns="0" tIns="0" rIns="0" bIns="0" rtlCol="0" anchor="ctr">
            <a:noAutofit/>
          </a:bodyPr>
          <a:lstStyle/>
          <a:p>
            <a:pPr marL="0" indent="0">
              <a:lnSpc>
                <a:spcPct val="100000"/>
              </a:lnSpc>
              <a:buNone/>
            </a:pPr>
            <a:r>
              <a:rPr lang="fr-FR" sz="1500" b="1" dirty="0">
                <a:solidFill>
                  <a:srgbClr val="FF3B3B"/>
                </a:solidFill>
                <a:latin typeface="Calibri" pitchFamily="34" charset="0"/>
                <a:ea typeface="Calibri" pitchFamily="34" charset="-122"/>
                <a:cs typeface="Calibri" pitchFamily="34" charset="-120"/>
              </a:rPr>
              <a:t xml:space="preserve">À retenir  </a:t>
            </a:r>
            <a:r>
              <a:rPr lang="fr-FR" sz="1500" dirty="0">
                <a:solidFill>
                  <a:srgbClr val="EEF1F6"/>
                </a:solidFill>
                <a:latin typeface="Calibri" pitchFamily="34" charset="0"/>
                <a:ea typeface="Calibri" pitchFamily="34" charset="-122"/>
                <a:cs typeface="Calibri" pitchFamily="34" charset="-120"/>
              </a:rPr>
              <a:t>Autant de code des deux côtés. Angular : plus de fichiers (un .html par composant), mais presque tout vient d'Angular. React : moins de fichiers, mais 7 projets à choisir, suivre et mettre à jour.</a:t>
            </a:r>
            <a:endParaRPr lang="fr-FR"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e 2"/>
          <p:cNvSpPr txBox="1"/>
          <p:nvPr/>
        </p:nvSpPr>
        <p:spPr>
          <a:xfrm>
            <a:off x="640080" y="1463040"/>
            <a:ext cx="7315200" cy="1005840"/>
          </a:xfrm>
          <a:prstGeom prst="rect">
            <a:avLst/>
          </a:prstGeom>
          <a:noFill/>
        </p:spPr>
        <p:txBody>
          <a:bodyPr wrap="square" lIns="0" tIns="0" rIns="0" bIns="0" anchor="t">
            <a:noAutofit/>
          </a:bodyPr>
          <a:lstStyle/>
          <a:p>
            <a:r>
              <a:rPr lang="fr-FR" sz="6000" dirty="0">
                <a:solidFill>
                  <a:srgbClr val="FFFFFF"/>
                </a:solidFill>
                <a:latin typeface="Roboto Black"/>
              </a:rPr>
              <a:t>Merci !</a:t>
            </a:r>
          </a:p>
        </p:txBody>
      </p:sp>
      <p:sp>
        <p:nvSpPr>
          <p:cNvPr id="3" name="Texte 3"/>
          <p:cNvSpPr txBox="1"/>
          <p:nvPr/>
        </p:nvSpPr>
        <p:spPr>
          <a:xfrm>
            <a:off x="640080" y="2560320"/>
            <a:ext cx="7315200" cy="640080"/>
          </a:xfrm>
          <a:prstGeom prst="rect">
            <a:avLst/>
          </a:prstGeom>
          <a:noFill/>
        </p:spPr>
        <p:txBody>
          <a:bodyPr wrap="square" lIns="0" tIns="0" rIns="0" bIns="0" anchor="t">
            <a:noAutofit/>
          </a:bodyPr>
          <a:lstStyle/>
          <a:p>
            <a:r>
              <a:rPr lang="fr-FR" sz="3200" dirty="0">
                <a:solidFill>
                  <a:srgbClr val="C9CEDB"/>
                </a:solidFill>
                <a:latin typeface="Roboto Light"/>
              </a:rPr>
              <a:t>Des questions ?</a:t>
            </a:r>
          </a:p>
        </p:txBody>
      </p:sp>
    </p:spTree>
  </p:cSld>
  <p:clrMapOvr>
    <a:masterClrMapping/>
  </p:clrMapOvr>
</p:sld>
</file>

<file path=ppt/theme/theme1.xml><?xml version="1.0" encoding="utf-8"?>
<a:theme xmlns:a="http://schemas.openxmlformats.org/drawingml/2006/main" xmlns:r="http://schemas.openxmlformats.org/officeDocument/2006/relationships" name="Couverture">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ouverture">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ontenu fond clairs">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ontenu fond clairs">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hapitres abstraits">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2_Contenu fond clairs">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2_Contenu fond clairs">
  <a:themeElements>
    <a:clrScheme name="Apollo">
      <a:dk1>
        <a:srgbClr val="020D23"/>
      </a:dk1>
      <a:lt1>
        <a:srgbClr val="FFFFFF"/>
      </a:lt1>
      <a:dk2>
        <a:srgbClr val="1E2B53"/>
      </a:dk2>
      <a:lt2>
        <a:srgbClr val="E7E6E6"/>
      </a:lt2>
      <a:accent1>
        <a:srgbClr val="FF0000"/>
      </a:accent1>
      <a:accent2>
        <a:srgbClr val="FF5050"/>
      </a:accent2>
      <a:accent3>
        <a:srgbClr val="FF7C80"/>
      </a:accent3>
      <a:accent4>
        <a:srgbClr val="3A6DB4"/>
      </a:accent4>
      <a:accent5>
        <a:srgbClr val="0066FF"/>
      </a:accent5>
      <a:accent6>
        <a:srgbClr val="0099FF"/>
      </a:accent6>
      <a:hlink>
        <a:srgbClr val="FF0000"/>
      </a:hlink>
      <a:folHlink>
        <a:srgbClr val="A40000"/>
      </a:folHlink>
    </a:clrScheme>
    <a:fontScheme name="Apollo">
      <a:majorFont>
        <a:latin typeface="roboto Black" pitchFamily="0" charset="1"/>
        <a:ea typeface=""/>
        <a:cs typeface=""/>
      </a:majorFont>
      <a:minorFont>
        <a:latin typeface="roboto Ligh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37771C6D10AC4D8532713D29458F5C" ma:contentTypeVersion="3" ma:contentTypeDescription="Crée un document." ma:contentTypeScope="" ma:versionID="2cb77f0cefaaff62f47d0aafb0512e23">
  <xsd:schema xmlns:xsd="http://www.w3.org/2001/XMLSchema" xmlns:xs="http://www.w3.org/2001/XMLSchema" xmlns:p="http://schemas.microsoft.com/office/2006/metadata/properties" xmlns:ns2="d3714744-2d7b-4799-a672-4f2af67ef3d5" targetNamespace="http://schemas.microsoft.com/office/2006/metadata/properties" ma:root="true" ma:fieldsID="d08a2e65d6ebf00474b9efefeb95e51f" ns2:_="">
    <xsd:import namespace="d3714744-2d7b-4799-a672-4f2af67ef3d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14744-2d7b-4799-a672-4f2af67ef3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A60D75-225F-4EFE-8D1E-2C23511BF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714744-2d7b-4799-a672-4f2af67ef3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32F9BF-4857-4E8B-ABCF-9A4EC217911F}">
  <ds:schemaRefs>
    <ds:schemaRef ds:uri="http://schemas.microsoft.com/sharepoint/v3/contenttype/forms"/>
  </ds:schemaRefs>
</ds:datastoreItem>
</file>

<file path=customXml/itemProps3.xml><?xml version="1.0" encoding="utf-8"?>
<ds:datastoreItem xmlns:ds="http://schemas.openxmlformats.org/officeDocument/2006/customXml" ds:itemID="{7F457242-3E50-479F-9C37-1C15F62D85C8}">
  <ds:schemaRefs>
    <ds:schemaRef ds:uri="http://purl.org/dc/terms/"/>
    <ds:schemaRef ds:uri="http://purl.org/dc/elements/1.1/"/>
    <ds:schemaRef ds:uri="http://schemas.microsoft.com/office/2006/documentManagement/types"/>
    <ds:schemaRef ds:uri="http://schemas.microsoft.com/office/infopath/2007/PartnerControls"/>
    <ds:schemaRef ds:uri="d3714744-2d7b-4799-a672-4f2af67ef3d5"/>
    <ds:schemaRef ds:uri="http://schemas.microsoft.com/office/2006/metadata/properti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1103</TotalTime>
  <Application>LibreOffice/26.2.6.3$Linux_X86_64 LibreOffice_project/620$Build-3</Application>
  <AppVersion>15.0000</AppVersion>
  <Words>957</Words>
  <Paragraphs>153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2022-12-22T13:49:05Z</dcterms:created>
  <dc:creator>Apollo</dc:creator>
  <dc:description/>
  <dc:language>en-US</dc:language>
  <cp:lastModifiedBy/>
  <cp:lastPrinted>2024-05-17T08:53:33Z</cp:lastPrinted>
  <dcterms:modified xsi:type="dcterms:W3CDTF">2026-09-30T09:09:36Z</dcterms:modified>
  <cp:revision>4</cp:revision>
  <dc:subject/>
  <dc:title>React vs Angular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0x010100AE37771C6D10AC4D8532713D29458F5C</vt:lpwstr>
  </property>
  <property fmtid="{D5CDD505-2E9C-101B-9397-08002B2CF9AE}" pid="4" name="MediaServiceImageTags">
    <vt:lpwstr/>
  </property>
  <property fmtid="{D5CDD505-2E9C-101B-9397-08002B2CF9AE}" pid="5" name="Notes">
    <vt:i4>7</vt:i4>
  </property>
  <property fmtid="{D5CDD505-2E9C-101B-9397-08002B2CF9AE}" pid="6" name="PresentationFormat">
    <vt:lpwstr>Grand écran</vt:lpwstr>
  </property>
  <property fmtid="{D5CDD505-2E9C-101B-9397-08002B2CF9AE}" pid="7" name="Slides">
    <vt:i4>7</vt:i4>
  </property>
  <property fmtid="{D5CDD505-2E9C-101B-9397-08002B2CF9AE}" pid="8" name="TemplateUrl">
    <vt:lpwstr/>
  </property>
  <property fmtid="{D5CDD505-2E9C-101B-9397-08002B2CF9AE}" pid="9" name="TriggerFlowInfo">
    <vt:lpwstr/>
  </property>
  <property fmtid="{D5CDD505-2E9C-101B-9397-08002B2CF9AE}" pid="10" name="_ExtendedDescription">
    <vt:lpwstr/>
  </property>
  <property fmtid="{D5CDD505-2E9C-101B-9397-08002B2CF9AE}" pid="11" name="xd_ProgID">
    <vt:lpwstr/>
  </property>
  <property fmtid="{D5CDD505-2E9C-101B-9397-08002B2CF9AE}" pid="12" name="xd_Signature">
    <vt:lpwstr/>
  </property>
</Properties>
</file>